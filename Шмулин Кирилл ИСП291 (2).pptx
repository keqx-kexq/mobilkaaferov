
<file path=[Content_Types].xml><?xml version="1.0" encoding="utf-8"?>
<Types xmlns="http://schemas.openxmlformats.org/package/2006/content-types">
  <Default Extension="jpeg" ContentType="image/jpeg"/>
  <Default Extension="JPG" ContentType="image/.jp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3"/>
    <p:sldId id="257" r:id="rId4"/>
    <p:sldId id="258" r:id="rId5"/>
    <p:sldId id="259" r:id="rId6"/>
    <p:sldId id="260" r:id="rId7"/>
    <p:sldId id="261" r:id="rId8"/>
    <p:sldId id="272" r:id="rId9"/>
    <p:sldId id="273" r:id="rId10"/>
    <p:sldId id="262" r:id="rId11"/>
    <p:sldId id="264" r:id="rId12"/>
  </p:sldIdLst>
  <p:sldSz cx="12192000" cy="6858000"/>
  <p:notesSz cx="12192000" cy="6858000"/>
  <p:defaultTextStyle>
    <a:defPPr>
      <a:defRPr lang="ru-RU"/>
    </a:defPPr>
    <a:lvl1pPr marL="0" algn="l" defTabSz="914400">
      <a:defRPr sz="18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>
      <a:defRPr sz="18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>
      <a:defRPr sz="18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>
      <a:defRPr sz="18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>
      <a:defRPr sz="18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>
      <a:defRPr sz="18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>
      <a:defRPr sz="18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>
      <a:defRPr sz="18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>
      <a:defRPr sz="18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howGuides="1">
      <p:cViewPr varScale="1">
        <p:scale>
          <a:sx n="155" d="100"/>
          <a:sy n="155" d="100"/>
        </p:scale>
        <p:origin x="2724" y="144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7.xml"/><Relationship Id="rId8" Type="http://schemas.openxmlformats.org/officeDocument/2006/relationships/slide" Target="slides/slide6.xml"/><Relationship Id="rId7" Type="http://schemas.openxmlformats.org/officeDocument/2006/relationships/slide" Target="slides/slide5.xml"/><Relationship Id="rId6" Type="http://schemas.openxmlformats.org/officeDocument/2006/relationships/slide" Target="slides/slide4.xml"/><Relationship Id="rId5" Type="http://schemas.openxmlformats.org/officeDocument/2006/relationships/slide" Target="slides/slide3.xml"/><Relationship Id="rId4" Type="http://schemas.openxmlformats.org/officeDocument/2006/relationships/slide" Target="slides/slide2.xml"/><Relationship Id="rId3" Type="http://schemas.openxmlformats.org/officeDocument/2006/relationships/slide" Target="slides/slide1.xml"/><Relationship Id="rId2" Type="http://schemas.openxmlformats.org/officeDocument/2006/relationships/theme" Target="theme/theme1.xml"/><Relationship Id="rId15" Type="http://schemas.openxmlformats.org/officeDocument/2006/relationships/tableStyles" Target="tableStyles.xml"/><Relationship Id="rId14" Type="http://schemas.openxmlformats.org/officeDocument/2006/relationships/viewProps" Target="viewProps.xml"/><Relationship Id="rId13" Type="http://schemas.openxmlformats.org/officeDocument/2006/relationships/presProps" Target="presProps.xml"/><Relationship Id="rId12" Type="http://schemas.openxmlformats.org/officeDocument/2006/relationships/slide" Target="slides/slide10.xml"/><Relationship Id="rId11" Type="http://schemas.openxmlformats.org/officeDocument/2006/relationships/slide" Target="slides/slide9.xml"/><Relationship Id="rId10" Type="http://schemas.openxmlformats.org/officeDocument/2006/relationships/slide" Target="slides/slide8.xml"/><Relationship Id="rId1" Type="http://schemas.openxmlformats.org/officeDocument/2006/relationships/slideMaster" Target="slideMasters/slideMaster1.xml"/></Relationship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jpe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6.jpe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6.jpe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showMasterPhAnim="0" userDrawn="1">
  <p:cSld name="Титульный слайд">
    <p:bg>
      <p:bgPr>
        <a:blipFill>
          <a:blip r:embed="rId2">
            <a:lum/>
          </a:blip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ctrTitle" hasCustomPrompt="1"/>
          </p:nvPr>
        </p:nvSpPr>
        <p:spPr bwMode="auto">
          <a:xfrm>
            <a:off x="634698" y="2453391"/>
            <a:ext cx="6346132" cy="1522676"/>
          </a:xfrm>
        </p:spPr>
        <p:txBody>
          <a:bodyPr anchor="ctr">
            <a:normAutofit/>
          </a:bodyPr>
          <a:lstStyle>
            <a:lvl1pPr algn="l">
              <a:defRPr sz="2400" b="1">
                <a:solidFill>
                  <a:srgbClr val="002060"/>
                </a:solidFill>
                <a:latin typeface="Arial" panose="020B0604020202020204"/>
                <a:cs typeface="Arial" panose="020B0604020202020204"/>
              </a:defRPr>
            </a:lvl1pPr>
          </a:lstStyle>
          <a:p>
            <a:pPr>
              <a:defRPr/>
            </a:pPr>
            <a:r>
              <a:rPr lang="ru-RU"/>
              <a:t>«ТЕМА ДИПЛОМНОГО ПРОЕКТА»</a:t>
            </a:r>
            <a:endParaRPr lang="ru-RU"/>
          </a:p>
        </p:txBody>
      </p:sp>
      <p:pic>
        <p:nvPicPr>
          <p:cNvPr id="7" name="Рисунок 6"/>
          <p:cNvPicPr>
            <a:picLocks noChangeAspect="1"/>
          </p:cNvPicPr>
          <p:nvPr userDrawn="1"/>
        </p:nvPicPr>
        <p:blipFill>
          <a:blip r:embed="rId3"/>
          <a:srcRect t="19356" r="49722" b="19357"/>
          <a:stretch>
            <a:fillRect/>
          </a:stretch>
        </p:blipFill>
        <p:spPr bwMode="auto">
          <a:xfrm>
            <a:off x="6556531" y="808958"/>
            <a:ext cx="5576500" cy="4806062"/>
          </a:xfrm>
          <a:prstGeom prst="rect">
            <a:avLst/>
          </a:prstGeom>
        </p:spPr>
      </p:pic>
      <p:sp>
        <p:nvSpPr>
          <p:cNvPr id="5" name="TextBox 4"/>
          <p:cNvSpPr txBox="1"/>
          <p:nvPr userDrawn="1"/>
        </p:nvSpPr>
        <p:spPr bwMode="auto">
          <a:xfrm>
            <a:off x="570629" y="4010120"/>
            <a:ext cx="3771295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ru-RU" sz="1600">
                <a:solidFill>
                  <a:srgbClr val="002060"/>
                </a:solidFill>
                <a:latin typeface="Arial" panose="020B0604020202020204"/>
                <a:cs typeface="Arial" panose="020B0604020202020204"/>
              </a:rPr>
              <a:t>ВЫПОЛНИЛ СТУДЕНТ ГРУППЫ</a:t>
            </a:r>
            <a:endParaRPr lang="ru-RU" sz="1600">
              <a:solidFill>
                <a:srgbClr val="002060"/>
              </a:solidFill>
              <a:latin typeface="Arial" panose="020B0604020202020204"/>
              <a:cs typeface="Arial" panose="020B0604020202020204"/>
            </a:endParaRPr>
          </a:p>
        </p:txBody>
      </p:sp>
      <p:sp>
        <p:nvSpPr>
          <p:cNvPr id="10" name="Текст 9"/>
          <p:cNvSpPr>
            <a:spLocks noGrp="1"/>
          </p:cNvSpPr>
          <p:nvPr>
            <p:ph type="body" sz="quarter" idx="13" hasCustomPrompt="1"/>
          </p:nvPr>
        </p:nvSpPr>
        <p:spPr bwMode="auto">
          <a:xfrm>
            <a:off x="634698" y="4449555"/>
            <a:ext cx="6700974" cy="706465"/>
          </a:xfrm>
        </p:spPr>
        <p:txBody>
          <a:bodyPr>
            <a:normAutofit/>
          </a:bodyPr>
          <a:lstStyle>
            <a:lvl1pPr marL="0" indent="0" algn="l">
              <a:buNone/>
              <a:defRPr sz="2400">
                <a:solidFill>
                  <a:srgbClr val="002060"/>
                </a:solidFill>
                <a:latin typeface="Arial" panose="020B0604020202020204"/>
                <a:cs typeface="Arial" panose="020B0604020202020204"/>
              </a:defRPr>
            </a:lvl1pPr>
          </a:lstStyle>
          <a:p>
            <a:pPr lvl="0">
              <a:defRPr/>
            </a:pPr>
            <a:r>
              <a:rPr lang="ru-RU"/>
              <a:t>ИВАНОВ ИВАН ИВАНОВИЧ</a:t>
            </a:r>
            <a:endParaRPr lang="ru-RU"/>
          </a:p>
        </p:txBody>
      </p:sp>
      <p:sp>
        <p:nvSpPr>
          <p:cNvPr id="22" name="Прямоугольник 21"/>
          <p:cNvSpPr/>
          <p:nvPr userDrawn="1"/>
        </p:nvSpPr>
        <p:spPr bwMode="auto">
          <a:xfrm>
            <a:off x="637150" y="1359011"/>
            <a:ext cx="2725170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lvl="0" algn="l">
              <a:defRPr/>
            </a:pPr>
            <a:r>
              <a:rPr lang="ru-RU" sz="1800">
                <a:solidFill>
                  <a:srgbClr val="002060"/>
                </a:solidFill>
                <a:latin typeface="Arial" panose="020B0604020202020204"/>
                <a:cs typeface="Arial" panose="020B0604020202020204"/>
              </a:rPr>
              <a:t>ДИПЛОМНЫЙ ПРОЕКТ</a:t>
            </a:r>
            <a:endParaRPr lang="ru-RU" sz="1800">
              <a:solidFill>
                <a:srgbClr val="002060"/>
              </a:solidFill>
              <a:latin typeface="Arial" panose="020B0604020202020204"/>
              <a:cs typeface="Arial" panose="020B0604020202020204"/>
            </a:endParaRPr>
          </a:p>
        </p:txBody>
      </p:sp>
      <p:sp>
        <p:nvSpPr>
          <p:cNvPr id="23" name="Прямоугольник 22"/>
          <p:cNvSpPr/>
          <p:nvPr userDrawn="1"/>
        </p:nvSpPr>
        <p:spPr bwMode="auto">
          <a:xfrm>
            <a:off x="634698" y="2123477"/>
            <a:ext cx="1088760" cy="338554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lvl="0" algn="l">
              <a:defRPr/>
            </a:pPr>
            <a:r>
              <a:rPr lang="ru-RU" sz="1600">
                <a:solidFill>
                  <a:srgbClr val="002060"/>
                </a:solidFill>
                <a:latin typeface="Arial" panose="020B0604020202020204"/>
                <a:cs typeface="Arial" panose="020B0604020202020204"/>
              </a:rPr>
              <a:t>НА ТЕМУ</a:t>
            </a:r>
            <a:endParaRPr lang="ru-RU" sz="1600">
              <a:solidFill>
                <a:srgbClr val="002060"/>
              </a:solidFill>
              <a:latin typeface="Arial" panose="020B0604020202020204"/>
              <a:cs typeface="Arial" panose="020B0604020202020204"/>
            </a:endParaRPr>
          </a:p>
        </p:txBody>
      </p:sp>
      <p:sp>
        <p:nvSpPr>
          <p:cNvPr id="25" name="Текст 9"/>
          <p:cNvSpPr>
            <a:spLocks noGrp="1"/>
          </p:cNvSpPr>
          <p:nvPr>
            <p:ph type="body" sz="quarter" idx="17" hasCustomPrompt="1"/>
          </p:nvPr>
        </p:nvSpPr>
        <p:spPr bwMode="auto">
          <a:xfrm>
            <a:off x="3952616" y="3997677"/>
            <a:ext cx="959937" cy="367057"/>
          </a:xfrm>
        </p:spPr>
        <p:txBody>
          <a:bodyPr anchor="ctr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1600">
                <a:solidFill>
                  <a:srgbClr val="002060"/>
                </a:solidFill>
                <a:latin typeface="Arial" panose="020B0604020202020204"/>
                <a:cs typeface="Arial" panose="020B0604020202020204"/>
              </a:defRPr>
            </a:lvl1pPr>
          </a:lstStyle>
          <a:p>
            <a:pPr lvl="0">
              <a:defRPr/>
            </a:pPr>
            <a:r>
              <a:rPr lang="ru-RU"/>
              <a:t>Н1812</a:t>
            </a:r>
            <a:endParaRPr lang="ru-RU"/>
          </a:p>
        </p:txBody>
      </p:sp>
      <p:sp>
        <p:nvSpPr>
          <p:cNvPr id="26" name="Нижний колонтитул 4"/>
          <p:cNvSpPr>
            <a:spLocks noGrp="1"/>
          </p:cNvSpPr>
          <p:nvPr>
            <p:ph type="ftr" sz="quarter" idx="11"/>
          </p:nvPr>
        </p:nvSpPr>
        <p:spPr bwMode="auto">
          <a:xfrm>
            <a:off x="634698" y="6084911"/>
            <a:ext cx="4114800" cy="365125"/>
          </a:xfrm>
          <a:prstGeom prst="rect">
            <a:avLst/>
          </a:prstGeom>
        </p:spPr>
        <p:txBody>
          <a:bodyPr/>
          <a:lstStyle>
            <a:lvl1pPr algn="l">
              <a:defRPr>
                <a:solidFill>
                  <a:srgbClr val="002060"/>
                </a:solidFill>
                <a:latin typeface="Arial" panose="020B0604020202020204"/>
                <a:cs typeface="Arial" panose="020B0604020202020204"/>
              </a:defRPr>
            </a:lvl1pPr>
          </a:lstStyle>
          <a:p>
            <a:pPr>
              <a:defRPr/>
            </a:pPr>
            <a:r>
              <a:rPr lang="ru-RU"/>
              <a:t>МОСКВА 2023</a:t>
            </a:r>
            <a:endParaRPr lang="ru-RU"/>
          </a:p>
        </p:txBody>
      </p:sp>
      <p:sp>
        <p:nvSpPr>
          <p:cNvPr id="27" name="Прямоугольник 26"/>
          <p:cNvSpPr/>
          <p:nvPr userDrawn="1"/>
        </p:nvSpPr>
        <p:spPr bwMode="auto">
          <a:xfrm>
            <a:off x="570629" y="5179157"/>
            <a:ext cx="6250577" cy="83099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lvl="0" algn="l">
              <a:lnSpc>
                <a:spcPct val="150000"/>
              </a:lnSpc>
              <a:defRPr/>
            </a:pPr>
            <a:r>
              <a:rPr lang="ru-RU" sz="1600">
                <a:solidFill>
                  <a:srgbClr val="002060"/>
                </a:solidFill>
                <a:latin typeface="Arial" panose="020B0604020202020204"/>
                <a:cs typeface="Arial" panose="020B0604020202020204"/>
              </a:rPr>
              <a:t>РУКОВОДИТЕЛЬ ДИПЛОМНОГО ПРОЕКТА:</a:t>
            </a:r>
            <a:endParaRPr lang="ru-RU" sz="1600">
              <a:solidFill>
                <a:srgbClr val="002060"/>
              </a:solidFill>
              <a:latin typeface="Arial" panose="020B0604020202020204"/>
              <a:cs typeface="Arial" panose="020B0604020202020204"/>
            </a:endParaRPr>
          </a:p>
          <a:p>
            <a:pPr lvl="0" algn="l">
              <a:lnSpc>
                <a:spcPct val="150000"/>
              </a:lnSpc>
              <a:defRPr/>
            </a:pPr>
            <a:r>
              <a:rPr lang="ru-RU" sz="1600">
                <a:solidFill>
                  <a:srgbClr val="002060"/>
                </a:solidFill>
                <a:latin typeface="Arial" panose="020B0604020202020204"/>
                <a:cs typeface="Arial" panose="020B0604020202020204"/>
              </a:rPr>
              <a:t>КОНСУЛЬТАНТ ПО ЭКОНОМИЧЕСКОЙ ЧАСТИ:</a:t>
            </a:r>
            <a:endParaRPr lang="ru-RU" sz="1600">
              <a:solidFill>
                <a:srgbClr val="002060"/>
              </a:solidFill>
              <a:latin typeface="Arial" panose="020B0604020202020204"/>
              <a:cs typeface="Arial" panose="020B0604020202020204"/>
            </a:endParaRPr>
          </a:p>
        </p:txBody>
      </p:sp>
      <p:sp>
        <p:nvSpPr>
          <p:cNvPr id="28" name="Текст 14"/>
          <p:cNvSpPr>
            <a:spLocks noGrp="1"/>
          </p:cNvSpPr>
          <p:nvPr>
            <p:ph type="body" sz="quarter" idx="18" hasCustomPrompt="1"/>
          </p:nvPr>
        </p:nvSpPr>
        <p:spPr bwMode="auto">
          <a:xfrm>
            <a:off x="5200503" y="5179157"/>
            <a:ext cx="2299063" cy="405649"/>
          </a:xfrm>
          <a:prstGeom prst="rect">
            <a:avLst/>
          </a:prstGeom>
        </p:spPr>
        <p:txBody>
          <a:bodyPr anchor="ctr">
            <a:noAutofit/>
          </a:bodyPr>
          <a:lstStyle>
            <a:lvl1pPr marL="0" indent="0" algn="l">
              <a:buNone/>
              <a:defRPr sz="1600" b="0">
                <a:solidFill>
                  <a:srgbClr val="002060"/>
                </a:solidFill>
                <a:latin typeface="Arial" panose="020B0604020202020204"/>
                <a:cs typeface="Arial" panose="020B0604020202020204"/>
              </a:defRPr>
            </a:lvl1pPr>
          </a:lstStyle>
          <a:p>
            <a:pPr lvl="0">
              <a:defRPr/>
            </a:pPr>
            <a:r>
              <a:rPr lang="ru-RU"/>
              <a:t>САМОСАДКО А. О.</a:t>
            </a:r>
            <a:endParaRPr lang="ru-RU"/>
          </a:p>
        </p:txBody>
      </p:sp>
      <p:sp>
        <p:nvSpPr>
          <p:cNvPr id="29" name="Текст 14"/>
          <p:cNvSpPr>
            <a:spLocks noGrp="1"/>
          </p:cNvSpPr>
          <p:nvPr>
            <p:ph type="body" sz="quarter" idx="19" hasCustomPrompt="1"/>
          </p:nvPr>
        </p:nvSpPr>
        <p:spPr bwMode="auto">
          <a:xfrm>
            <a:off x="5200475" y="5600152"/>
            <a:ext cx="2299063" cy="405649"/>
          </a:xfrm>
          <a:prstGeom prst="rect">
            <a:avLst/>
          </a:prstGeom>
        </p:spPr>
        <p:txBody>
          <a:bodyPr anchor="ctr">
            <a:noAutofit/>
          </a:bodyPr>
          <a:lstStyle>
            <a:lvl1pPr marL="0" indent="0" algn="l">
              <a:buNone/>
              <a:defRPr sz="1600" b="0">
                <a:solidFill>
                  <a:srgbClr val="002060"/>
                </a:solidFill>
                <a:latin typeface="Arial" panose="020B0604020202020204"/>
                <a:cs typeface="Arial" panose="020B0604020202020204"/>
              </a:defRPr>
            </a:lvl1pPr>
          </a:lstStyle>
          <a:p>
            <a:pPr lvl="0">
              <a:defRPr/>
            </a:pPr>
            <a:r>
              <a:rPr lang="ru-RU"/>
              <a:t>НОСАЧЕНКО Е. А.</a:t>
            </a:r>
            <a:endParaRPr lang="ru-RU"/>
          </a:p>
        </p:txBody>
      </p:sp>
      <p:sp>
        <p:nvSpPr>
          <p:cNvPr id="13" name="Прямоугольник 12"/>
          <p:cNvSpPr/>
          <p:nvPr userDrawn="1"/>
        </p:nvSpPr>
        <p:spPr bwMode="auto">
          <a:xfrm>
            <a:off x="184417" y="437781"/>
            <a:ext cx="11841096" cy="6463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lvl="0" algn="ctr" defTabSz="914400">
              <a:defRPr/>
            </a:pPr>
            <a:r>
              <a:rPr lang="ru-RU" sz="1200">
                <a:solidFill>
                  <a:srgbClr val="002060"/>
                </a:solidFill>
                <a:latin typeface="Arial" panose="020B0604020202020204"/>
                <a:ea typeface="+mn-ea"/>
                <a:cs typeface="Arial" panose="020B0604020202020204"/>
              </a:rPr>
              <a:t>ДЕПАРТАМЕНТ ОБРАЗОВАНИЯ И НАУКИ ГОРОДА МОСКВЫ</a:t>
            </a:r>
            <a:endParaRPr lang="ru-RU" sz="1200">
              <a:solidFill>
                <a:srgbClr val="002060"/>
              </a:solidFill>
              <a:latin typeface="Arial" panose="020B0604020202020204"/>
              <a:ea typeface="+mn-ea"/>
              <a:cs typeface="Arial" panose="020B0604020202020204"/>
            </a:endParaRPr>
          </a:p>
          <a:p>
            <a:pPr algn="ctr">
              <a:defRPr/>
            </a:pPr>
            <a:r>
              <a:rPr lang="ru-RU" sz="1200">
                <a:solidFill>
                  <a:srgbClr val="002060"/>
                </a:solidFill>
                <a:latin typeface="Arial" panose="020B0604020202020204"/>
                <a:ea typeface="+mn-ea"/>
                <a:cs typeface="Arial" panose="020B0604020202020204"/>
              </a:rPr>
              <a:t>Государственное бюджетное профессиональное образовательное учреждение города Москвы</a:t>
            </a:r>
            <a:endParaRPr lang="ru-RU" sz="1200">
              <a:solidFill>
                <a:srgbClr val="002060"/>
              </a:solidFill>
              <a:latin typeface="Arial" panose="020B0604020202020204"/>
              <a:ea typeface="+mn-ea"/>
              <a:cs typeface="Arial" panose="020B0604020202020204"/>
            </a:endParaRPr>
          </a:p>
          <a:p>
            <a:pPr algn="ctr">
              <a:defRPr/>
            </a:pPr>
            <a:r>
              <a:rPr lang="ru-RU" sz="1200">
                <a:solidFill>
                  <a:srgbClr val="002060"/>
                </a:solidFill>
                <a:latin typeface="Arial" panose="020B0604020202020204"/>
                <a:ea typeface="+mn-ea"/>
                <a:cs typeface="Arial" panose="020B0604020202020204"/>
              </a:rPr>
              <a:t>«Колледж автоматизации и информационных технологий № 20»</a:t>
            </a:r>
            <a:endParaRPr lang="ru-RU" sz="1200">
              <a:solidFill>
                <a:srgbClr val="002060"/>
              </a:solidFill>
              <a:latin typeface="Arial" panose="020B0604020202020204"/>
              <a:ea typeface="+mn-ea"/>
              <a:cs typeface="Arial" panose="020B0604020202020204"/>
            </a:endParaRPr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showMasterPhAnim="0" userDrawn="1">
  <p:cSld name="3_Титульный слайд">
    <p:bg>
      <p:bgPr>
        <a:blipFill>
          <a:blip r:embed="rId2">
            <a:lum/>
          </a:blip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23" name="Рисунок 22"/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 bwMode="auto">
          <a:xfrm>
            <a:off x="7417460" y="905057"/>
            <a:ext cx="3511366" cy="3519238"/>
          </a:xfrm>
          <a:prstGeom prst="rect">
            <a:avLst/>
          </a:prstGeom>
        </p:spPr>
      </p:pic>
      <p:sp>
        <p:nvSpPr>
          <p:cNvPr id="32" name="Заголовок 1"/>
          <p:cNvSpPr>
            <a:spLocks noGrp="1"/>
          </p:cNvSpPr>
          <p:nvPr>
            <p:ph type="ctrTitle" hasCustomPrompt="1"/>
          </p:nvPr>
        </p:nvSpPr>
        <p:spPr bwMode="auto">
          <a:xfrm>
            <a:off x="634698" y="2453391"/>
            <a:ext cx="6346132" cy="1522676"/>
          </a:xfrm>
        </p:spPr>
        <p:txBody>
          <a:bodyPr anchor="ctr">
            <a:normAutofit/>
          </a:bodyPr>
          <a:lstStyle>
            <a:lvl1pPr algn="l">
              <a:defRPr sz="2400" b="1">
                <a:solidFill>
                  <a:srgbClr val="002060"/>
                </a:solidFill>
                <a:latin typeface="Arial" panose="020B0604020202020204"/>
                <a:cs typeface="Arial" panose="020B0604020202020204"/>
              </a:defRPr>
            </a:lvl1pPr>
          </a:lstStyle>
          <a:p>
            <a:pPr>
              <a:defRPr/>
            </a:pPr>
            <a:r>
              <a:rPr lang="ru-RU"/>
              <a:t>«ТЕМА ДИПЛОМНОГО ПРОЕКТА»</a:t>
            </a:r>
            <a:endParaRPr lang="ru-RU"/>
          </a:p>
        </p:txBody>
      </p:sp>
      <p:sp>
        <p:nvSpPr>
          <p:cNvPr id="33" name="TextBox 32"/>
          <p:cNvSpPr txBox="1"/>
          <p:nvPr userDrawn="1"/>
        </p:nvSpPr>
        <p:spPr bwMode="auto">
          <a:xfrm>
            <a:off x="570629" y="4010120"/>
            <a:ext cx="3771295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ru-RU" sz="1600">
                <a:solidFill>
                  <a:srgbClr val="002060"/>
                </a:solidFill>
                <a:latin typeface="Arial" panose="020B0604020202020204"/>
                <a:cs typeface="Arial" panose="020B0604020202020204"/>
              </a:rPr>
              <a:t>ВЫПОЛНИЛ СТУДЕНТ ГРУППЫ</a:t>
            </a:r>
            <a:endParaRPr lang="ru-RU" sz="1600">
              <a:solidFill>
                <a:srgbClr val="002060"/>
              </a:solidFill>
              <a:latin typeface="Arial" panose="020B0604020202020204"/>
              <a:cs typeface="Arial" panose="020B0604020202020204"/>
            </a:endParaRPr>
          </a:p>
        </p:txBody>
      </p:sp>
      <p:sp>
        <p:nvSpPr>
          <p:cNvPr id="34" name="Текст 9"/>
          <p:cNvSpPr>
            <a:spLocks noGrp="1"/>
          </p:cNvSpPr>
          <p:nvPr>
            <p:ph type="body" sz="quarter" idx="13" hasCustomPrompt="1"/>
          </p:nvPr>
        </p:nvSpPr>
        <p:spPr bwMode="auto">
          <a:xfrm>
            <a:off x="634698" y="4449555"/>
            <a:ext cx="6700974" cy="706465"/>
          </a:xfrm>
        </p:spPr>
        <p:txBody>
          <a:bodyPr>
            <a:normAutofit/>
          </a:bodyPr>
          <a:lstStyle>
            <a:lvl1pPr marL="0" indent="0" algn="l">
              <a:buNone/>
              <a:defRPr sz="2400">
                <a:solidFill>
                  <a:srgbClr val="002060"/>
                </a:solidFill>
                <a:latin typeface="Arial" panose="020B0604020202020204"/>
                <a:cs typeface="Arial" panose="020B0604020202020204"/>
              </a:defRPr>
            </a:lvl1pPr>
          </a:lstStyle>
          <a:p>
            <a:pPr lvl="0">
              <a:defRPr/>
            </a:pPr>
            <a:r>
              <a:rPr lang="ru-RU"/>
              <a:t>ИВАНОВ ИВАН ИВАНОВИЧ</a:t>
            </a:r>
            <a:endParaRPr lang="ru-RU"/>
          </a:p>
        </p:txBody>
      </p:sp>
      <p:sp>
        <p:nvSpPr>
          <p:cNvPr id="35" name="Прямоугольник 34"/>
          <p:cNvSpPr/>
          <p:nvPr userDrawn="1"/>
        </p:nvSpPr>
        <p:spPr bwMode="auto">
          <a:xfrm>
            <a:off x="637150" y="1359011"/>
            <a:ext cx="2725170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lvl="0" algn="l">
              <a:defRPr/>
            </a:pPr>
            <a:r>
              <a:rPr lang="ru-RU" sz="1800">
                <a:solidFill>
                  <a:srgbClr val="002060"/>
                </a:solidFill>
                <a:latin typeface="Arial" panose="020B0604020202020204"/>
                <a:cs typeface="Arial" panose="020B0604020202020204"/>
              </a:rPr>
              <a:t>ДИПЛОМНЫЙ ПРОЕКТ</a:t>
            </a:r>
            <a:endParaRPr lang="ru-RU" sz="1800">
              <a:solidFill>
                <a:srgbClr val="002060"/>
              </a:solidFill>
              <a:latin typeface="Arial" panose="020B0604020202020204"/>
              <a:cs typeface="Arial" panose="020B0604020202020204"/>
            </a:endParaRPr>
          </a:p>
        </p:txBody>
      </p:sp>
      <p:sp>
        <p:nvSpPr>
          <p:cNvPr id="36" name="Прямоугольник 35"/>
          <p:cNvSpPr/>
          <p:nvPr userDrawn="1"/>
        </p:nvSpPr>
        <p:spPr bwMode="auto">
          <a:xfrm>
            <a:off x="634698" y="2123477"/>
            <a:ext cx="1088760" cy="338554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lvl="0" algn="l">
              <a:defRPr/>
            </a:pPr>
            <a:r>
              <a:rPr lang="ru-RU" sz="1600">
                <a:solidFill>
                  <a:srgbClr val="002060"/>
                </a:solidFill>
                <a:latin typeface="Arial" panose="020B0604020202020204"/>
                <a:cs typeface="Arial" panose="020B0604020202020204"/>
              </a:rPr>
              <a:t>НА ТЕМУ</a:t>
            </a:r>
            <a:endParaRPr lang="ru-RU" sz="1600">
              <a:solidFill>
                <a:srgbClr val="002060"/>
              </a:solidFill>
              <a:latin typeface="Arial" panose="020B0604020202020204"/>
              <a:cs typeface="Arial" panose="020B0604020202020204"/>
            </a:endParaRPr>
          </a:p>
        </p:txBody>
      </p:sp>
      <p:sp>
        <p:nvSpPr>
          <p:cNvPr id="37" name="Текст 9"/>
          <p:cNvSpPr>
            <a:spLocks noGrp="1"/>
          </p:cNvSpPr>
          <p:nvPr>
            <p:ph type="body" sz="quarter" idx="17" hasCustomPrompt="1"/>
          </p:nvPr>
        </p:nvSpPr>
        <p:spPr bwMode="auto">
          <a:xfrm>
            <a:off x="3952616" y="3997677"/>
            <a:ext cx="959937" cy="367057"/>
          </a:xfrm>
        </p:spPr>
        <p:txBody>
          <a:bodyPr anchor="ctr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1600">
                <a:solidFill>
                  <a:srgbClr val="002060"/>
                </a:solidFill>
                <a:latin typeface="Arial" panose="020B0604020202020204"/>
                <a:cs typeface="Arial" panose="020B0604020202020204"/>
              </a:defRPr>
            </a:lvl1pPr>
          </a:lstStyle>
          <a:p>
            <a:pPr lvl="0">
              <a:defRPr/>
            </a:pPr>
            <a:r>
              <a:rPr lang="ru-RU"/>
              <a:t>Н1812</a:t>
            </a:r>
            <a:endParaRPr lang="ru-RU"/>
          </a:p>
        </p:txBody>
      </p:sp>
      <p:sp>
        <p:nvSpPr>
          <p:cNvPr id="38" name="Нижний колонтитул 4"/>
          <p:cNvSpPr>
            <a:spLocks noGrp="1"/>
          </p:cNvSpPr>
          <p:nvPr>
            <p:ph type="ftr" sz="quarter" idx="11"/>
          </p:nvPr>
        </p:nvSpPr>
        <p:spPr bwMode="auto">
          <a:xfrm>
            <a:off x="634698" y="6084911"/>
            <a:ext cx="4114800" cy="365125"/>
          </a:xfrm>
          <a:prstGeom prst="rect">
            <a:avLst/>
          </a:prstGeom>
        </p:spPr>
        <p:txBody>
          <a:bodyPr/>
          <a:lstStyle>
            <a:lvl1pPr algn="l">
              <a:defRPr>
                <a:solidFill>
                  <a:srgbClr val="002060"/>
                </a:solidFill>
                <a:latin typeface="Arial" panose="020B0604020202020204"/>
                <a:cs typeface="Arial" panose="020B0604020202020204"/>
              </a:defRPr>
            </a:lvl1pPr>
          </a:lstStyle>
          <a:p>
            <a:pPr>
              <a:defRPr/>
            </a:pPr>
            <a:r>
              <a:rPr lang="ru-RU"/>
              <a:t>МОСКВА 2023</a:t>
            </a:r>
            <a:endParaRPr lang="ru-RU"/>
          </a:p>
        </p:txBody>
      </p:sp>
      <p:sp>
        <p:nvSpPr>
          <p:cNvPr id="39" name="Прямоугольник 38"/>
          <p:cNvSpPr/>
          <p:nvPr userDrawn="1"/>
        </p:nvSpPr>
        <p:spPr bwMode="auto">
          <a:xfrm>
            <a:off x="570629" y="5179157"/>
            <a:ext cx="6250577" cy="83099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lvl="0" algn="l">
              <a:lnSpc>
                <a:spcPct val="150000"/>
              </a:lnSpc>
              <a:defRPr/>
            </a:pPr>
            <a:r>
              <a:rPr lang="ru-RU" sz="1600">
                <a:solidFill>
                  <a:srgbClr val="002060"/>
                </a:solidFill>
                <a:latin typeface="Arial" panose="020B0604020202020204"/>
                <a:cs typeface="Arial" panose="020B0604020202020204"/>
              </a:rPr>
              <a:t>РУКОВОДИТЕЛЬ ДИПЛОМНОГО ПРОЕКТА:</a:t>
            </a:r>
            <a:endParaRPr lang="ru-RU" sz="1600">
              <a:solidFill>
                <a:srgbClr val="002060"/>
              </a:solidFill>
              <a:latin typeface="Arial" panose="020B0604020202020204"/>
              <a:cs typeface="Arial" panose="020B0604020202020204"/>
            </a:endParaRPr>
          </a:p>
          <a:p>
            <a:pPr lvl="0" algn="l">
              <a:lnSpc>
                <a:spcPct val="150000"/>
              </a:lnSpc>
              <a:defRPr/>
            </a:pPr>
            <a:r>
              <a:rPr lang="ru-RU" sz="1600">
                <a:solidFill>
                  <a:srgbClr val="002060"/>
                </a:solidFill>
                <a:latin typeface="Arial" panose="020B0604020202020204"/>
                <a:cs typeface="Arial" panose="020B0604020202020204"/>
              </a:rPr>
              <a:t>КОНСУЛЬТАНТ ПО ЭКОНОМИЧЕСКОЙ ЧАСТИ:</a:t>
            </a:r>
            <a:endParaRPr lang="ru-RU" sz="1600">
              <a:solidFill>
                <a:srgbClr val="002060"/>
              </a:solidFill>
              <a:latin typeface="Arial" panose="020B0604020202020204"/>
              <a:cs typeface="Arial" panose="020B0604020202020204"/>
            </a:endParaRPr>
          </a:p>
        </p:txBody>
      </p:sp>
      <p:sp>
        <p:nvSpPr>
          <p:cNvPr id="40" name="Текст 14"/>
          <p:cNvSpPr>
            <a:spLocks noGrp="1"/>
          </p:cNvSpPr>
          <p:nvPr>
            <p:ph type="body" sz="quarter" idx="18" hasCustomPrompt="1"/>
          </p:nvPr>
        </p:nvSpPr>
        <p:spPr bwMode="auto">
          <a:xfrm>
            <a:off x="5208186" y="5189006"/>
            <a:ext cx="2299063" cy="405649"/>
          </a:xfrm>
          <a:prstGeom prst="rect">
            <a:avLst/>
          </a:prstGeom>
        </p:spPr>
        <p:txBody>
          <a:bodyPr anchor="ctr">
            <a:noAutofit/>
          </a:bodyPr>
          <a:lstStyle>
            <a:lvl1pPr marL="0" indent="0" algn="l">
              <a:buNone/>
              <a:defRPr sz="1600" b="0">
                <a:solidFill>
                  <a:srgbClr val="002060"/>
                </a:solidFill>
                <a:latin typeface="Arial" panose="020B0604020202020204"/>
                <a:cs typeface="Arial" panose="020B0604020202020204"/>
              </a:defRPr>
            </a:lvl1pPr>
          </a:lstStyle>
          <a:p>
            <a:pPr lvl="0">
              <a:defRPr/>
            </a:pPr>
            <a:r>
              <a:rPr lang="ru-RU"/>
              <a:t>САМОСАДКО А. О.</a:t>
            </a:r>
            <a:endParaRPr lang="ru-RU"/>
          </a:p>
        </p:txBody>
      </p:sp>
      <p:sp>
        <p:nvSpPr>
          <p:cNvPr id="41" name="Текст 14"/>
          <p:cNvSpPr>
            <a:spLocks noGrp="1"/>
          </p:cNvSpPr>
          <p:nvPr>
            <p:ph type="body" sz="quarter" idx="19" hasCustomPrompt="1"/>
          </p:nvPr>
        </p:nvSpPr>
        <p:spPr bwMode="auto">
          <a:xfrm>
            <a:off x="5200475" y="5600152"/>
            <a:ext cx="2299063" cy="405649"/>
          </a:xfrm>
          <a:prstGeom prst="rect">
            <a:avLst/>
          </a:prstGeom>
        </p:spPr>
        <p:txBody>
          <a:bodyPr anchor="ctr">
            <a:noAutofit/>
          </a:bodyPr>
          <a:lstStyle>
            <a:lvl1pPr marL="0" indent="0" algn="l">
              <a:buNone/>
              <a:defRPr sz="1600" b="0">
                <a:solidFill>
                  <a:srgbClr val="002060"/>
                </a:solidFill>
                <a:latin typeface="Arial" panose="020B0604020202020204"/>
                <a:cs typeface="Arial" panose="020B0604020202020204"/>
              </a:defRPr>
            </a:lvl1pPr>
          </a:lstStyle>
          <a:p>
            <a:pPr lvl="0">
              <a:defRPr/>
            </a:pPr>
            <a:r>
              <a:rPr lang="ru-RU"/>
              <a:t>НОСАЧЕНКО Е. А.</a:t>
            </a:r>
            <a:endParaRPr lang="ru-RU"/>
          </a:p>
        </p:txBody>
      </p:sp>
      <p:sp>
        <p:nvSpPr>
          <p:cNvPr id="13" name="Прямоугольник 12"/>
          <p:cNvSpPr/>
          <p:nvPr userDrawn="1"/>
        </p:nvSpPr>
        <p:spPr bwMode="auto">
          <a:xfrm>
            <a:off x="184417" y="445466"/>
            <a:ext cx="11841096" cy="6463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lvl="0" algn="ctr" defTabSz="914400">
              <a:defRPr/>
            </a:pPr>
            <a:r>
              <a:rPr lang="ru-RU" sz="1200">
                <a:solidFill>
                  <a:srgbClr val="002060"/>
                </a:solidFill>
                <a:latin typeface="Arial" panose="020B0604020202020204"/>
                <a:ea typeface="+mn-ea"/>
                <a:cs typeface="Arial" panose="020B0604020202020204"/>
              </a:rPr>
              <a:t>ДЕПАРТАМЕНТ ОБРАЗОВАНИЯ И НАУКИ ГОРОДА МОСКВЫ</a:t>
            </a:r>
            <a:endParaRPr lang="ru-RU" sz="1200">
              <a:solidFill>
                <a:srgbClr val="002060"/>
              </a:solidFill>
              <a:latin typeface="Arial" panose="020B0604020202020204"/>
              <a:ea typeface="+mn-ea"/>
              <a:cs typeface="Arial" panose="020B0604020202020204"/>
            </a:endParaRPr>
          </a:p>
          <a:p>
            <a:pPr algn="ctr">
              <a:defRPr/>
            </a:pPr>
            <a:r>
              <a:rPr lang="ru-RU" sz="1200">
                <a:solidFill>
                  <a:srgbClr val="002060"/>
                </a:solidFill>
                <a:latin typeface="Arial" panose="020B0604020202020204"/>
                <a:ea typeface="+mn-ea"/>
                <a:cs typeface="Arial" panose="020B0604020202020204"/>
              </a:rPr>
              <a:t>Государственное бюджетное профессиональное образовательное учреждение города Москвы</a:t>
            </a:r>
            <a:endParaRPr lang="ru-RU" sz="1200">
              <a:solidFill>
                <a:srgbClr val="002060"/>
              </a:solidFill>
              <a:latin typeface="Arial" panose="020B0604020202020204"/>
              <a:ea typeface="+mn-ea"/>
              <a:cs typeface="Arial" panose="020B0604020202020204"/>
            </a:endParaRPr>
          </a:p>
          <a:p>
            <a:pPr algn="ctr">
              <a:defRPr/>
            </a:pPr>
            <a:r>
              <a:rPr lang="ru-RU" sz="1200">
                <a:solidFill>
                  <a:srgbClr val="002060"/>
                </a:solidFill>
                <a:latin typeface="Arial" panose="020B0604020202020204"/>
                <a:ea typeface="+mn-ea"/>
                <a:cs typeface="Arial" panose="020B0604020202020204"/>
              </a:rPr>
              <a:t>«Колледж автоматизации и информационных технологий № 20»</a:t>
            </a:r>
            <a:endParaRPr lang="ru-RU" sz="1200">
              <a:solidFill>
                <a:srgbClr val="002060"/>
              </a:solidFill>
              <a:latin typeface="Arial" panose="020B0604020202020204"/>
              <a:ea typeface="+mn-ea"/>
              <a:cs typeface="Arial" panose="020B0604020202020204"/>
            </a:endParaRPr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showMasterPhAnim="0" userDrawn="1">
  <p:cSld name="Заголовок и объект">
    <p:bg>
      <p:bgPr>
        <a:blipFill>
          <a:blip r:embed="rId2">
            <a:lum/>
          </a:blip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4" name="Прямоугольник 3"/>
          <p:cNvSpPr/>
          <p:nvPr userDrawn="1"/>
        </p:nvSpPr>
        <p:spPr bwMode="auto">
          <a:xfrm>
            <a:off x="1" y="0"/>
            <a:ext cx="1413862" cy="6858000"/>
          </a:xfrm>
          <a:prstGeom prst="rect">
            <a:avLst/>
          </a:prstGeom>
          <a:gradFill>
            <a:gsLst>
              <a:gs pos="0">
                <a:srgbClr val="764596"/>
              </a:gs>
              <a:gs pos="100000">
                <a:srgbClr val="444391"/>
              </a:gs>
            </a:gsLst>
            <a:lin ang="5400000" scaled="1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 lang="ru-RU"/>
          </a:p>
        </p:txBody>
      </p:sp>
      <p:sp>
        <p:nvSpPr>
          <p:cNvPr id="2" name="Заголовок 1"/>
          <p:cNvSpPr>
            <a:spLocks noGrp="1"/>
          </p:cNvSpPr>
          <p:nvPr>
            <p:ph type="title" hasCustomPrompt="1"/>
          </p:nvPr>
        </p:nvSpPr>
        <p:spPr bwMode="auto">
          <a:xfrm>
            <a:off x="1720583" y="1807134"/>
            <a:ext cx="8645178" cy="1888887"/>
          </a:xfrm>
        </p:spPr>
        <p:txBody>
          <a:bodyPr>
            <a:normAutofit/>
          </a:bodyPr>
          <a:lstStyle>
            <a:lvl1pPr>
              <a:defRPr sz="3200" b="1">
                <a:solidFill>
                  <a:srgbClr val="4C4291"/>
                </a:solidFill>
                <a:latin typeface="Arial" panose="020B0604020202020204"/>
                <a:cs typeface="Arial" panose="020B0604020202020204"/>
              </a:defRPr>
            </a:lvl1pPr>
          </a:lstStyle>
          <a:p>
            <a:pPr>
              <a:defRPr/>
            </a:pPr>
            <a:r>
              <a:rPr lang="ru-RU"/>
              <a:t>ЗАГОЛОВОК ПОДРАЗДЕЛА</a:t>
            </a:r>
            <a:endParaRPr lang="ru-RU"/>
          </a:p>
        </p:txBody>
      </p:sp>
      <p:pic>
        <p:nvPicPr>
          <p:cNvPr id="10" name="Рисунок 9"/>
          <p:cNvPicPr>
            <a:picLocks noChangeAspect="1"/>
          </p:cNvPicPr>
          <p:nvPr userDrawn="1"/>
        </p:nvPicPr>
        <p:blipFill>
          <a:blip r:embed="rId3">
            <a:biLevel thresh="25000"/>
          </a:blip>
          <a:stretch>
            <a:fillRect/>
          </a:stretch>
        </p:blipFill>
        <p:spPr bwMode="auto">
          <a:xfrm>
            <a:off x="313116" y="244739"/>
            <a:ext cx="787632" cy="1064695"/>
          </a:xfrm>
          <a:prstGeom prst="rect">
            <a:avLst/>
          </a:prstGeom>
        </p:spPr>
      </p:pic>
      <p:sp>
        <p:nvSpPr>
          <p:cNvPr id="8" name="Параллелограмм 7"/>
          <p:cNvSpPr/>
          <p:nvPr userDrawn="1"/>
        </p:nvSpPr>
        <p:spPr bwMode="auto">
          <a:xfrm rot="19287111">
            <a:off x="-370082" y="1666669"/>
            <a:ext cx="2146752" cy="416832"/>
          </a:xfrm>
          <a:prstGeom prst="parallelogram">
            <a:avLst>
              <a:gd name="adj" fmla="val 79174"/>
            </a:avLst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 lang="ru-RU"/>
          </a:p>
        </p:txBody>
      </p:sp>
      <p:sp>
        <p:nvSpPr>
          <p:cNvPr id="12" name="Текст 11"/>
          <p:cNvSpPr>
            <a:spLocks noGrp="1"/>
          </p:cNvSpPr>
          <p:nvPr>
            <p:ph type="body" sz="quarter" idx="10" hasCustomPrompt="1"/>
          </p:nvPr>
        </p:nvSpPr>
        <p:spPr bwMode="auto">
          <a:xfrm>
            <a:off x="1720583" y="3696021"/>
            <a:ext cx="6529387" cy="990600"/>
          </a:xfrm>
        </p:spPr>
        <p:txBody>
          <a:bodyPr/>
          <a:lstStyle>
            <a:lvl1pPr marL="0" indent="0">
              <a:buNone/>
              <a:defRPr>
                <a:solidFill>
                  <a:srgbClr val="444391"/>
                </a:solidFill>
              </a:defRPr>
            </a:lvl1pPr>
          </a:lstStyle>
          <a:p>
            <a:pPr lvl="0">
              <a:defRPr/>
            </a:pPr>
            <a:r>
              <a:rPr lang="ru-RU"/>
              <a:t>Подзаголовок</a:t>
            </a:r>
            <a:endParaRPr lang="ru-RU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showMasterPhAnim="0" userDrawn="1">
  <p:cSld name="5_Заголовок и объект">
    <p:bg>
      <p:bgPr>
        <a:blipFill>
          <a:blip r:embed="rId2">
            <a:lum/>
          </a:blip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7" name="Прямоугольник 6"/>
          <p:cNvSpPr/>
          <p:nvPr userDrawn="1"/>
        </p:nvSpPr>
        <p:spPr bwMode="auto">
          <a:xfrm rot="16199998">
            <a:off x="6107538" y="-4941111"/>
            <a:ext cx="815121" cy="11353801"/>
          </a:xfrm>
          <a:prstGeom prst="rect">
            <a:avLst/>
          </a:prstGeom>
          <a:gradFill>
            <a:gsLst>
              <a:gs pos="0">
                <a:srgbClr val="764596"/>
              </a:gs>
              <a:gs pos="100000">
                <a:srgbClr val="444391"/>
              </a:gs>
            </a:gsLst>
            <a:lin ang="5400000" scaled="1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 lang="ru-RU"/>
          </a:p>
        </p:txBody>
      </p:sp>
      <p:sp>
        <p:nvSpPr>
          <p:cNvPr id="2" name="Заголовок 1"/>
          <p:cNvSpPr>
            <a:spLocks noGrp="1"/>
          </p:cNvSpPr>
          <p:nvPr>
            <p:ph type="title" hasCustomPrompt="1"/>
          </p:nvPr>
        </p:nvSpPr>
        <p:spPr bwMode="auto">
          <a:xfrm>
            <a:off x="1037344" y="328228"/>
            <a:ext cx="10316455" cy="815122"/>
          </a:xfrm>
        </p:spPr>
        <p:txBody>
          <a:bodyPr>
            <a:normAutofit/>
          </a:bodyPr>
          <a:lstStyle>
            <a:lvl1pPr>
              <a:defRPr sz="2800">
                <a:solidFill>
                  <a:schemeClr val="bg1"/>
                </a:solidFill>
                <a:latin typeface="Arial" panose="020B0604020202020204"/>
                <a:cs typeface="Arial" panose="020B0604020202020204"/>
              </a:defRPr>
            </a:lvl1pPr>
          </a:lstStyle>
          <a:p>
            <a:pPr>
              <a:defRPr/>
            </a:pPr>
            <a:r>
              <a:rPr lang="ru-RU"/>
              <a:t>Заголовок</a:t>
            </a:r>
            <a:endParaRPr lang="ru-RU"/>
          </a:p>
        </p:txBody>
      </p:sp>
      <p:pic>
        <p:nvPicPr>
          <p:cNvPr id="10" name="Рисунок 9"/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 bwMode="auto">
          <a:xfrm>
            <a:off x="50568" y="234870"/>
            <a:ext cx="787632" cy="1064695"/>
          </a:xfrm>
          <a:prstGeom prst="rect">
            <a:avLst/>
          </a:prstGeom>
        </p:spPr>
      </p:pic>
      <p:sp>
        <p:nvSpPr>
          <p:cNvPr id="6" name="Текст 11"/>
          <p:cNvSpPr>
            <a:spLocks noGrp="1"/>
          </p:cNvSpPr>
          <p:nvPr>
            <p:ph type="body" sz="quarter" idx="11" hasCustomPrompt="1"/>
          </p:nvPr>
        </p:nvSpPr>
        <p:spPr bwMode="auto">
          <a:xfrm>
            <a:off x="838198" y="1304543"/>
            <a:ext cx="10515601" cy="486736"/>
          </a:xfrm>
        </p:spPr>
        <p:txBody>
          <a:bodyPr anchor="ctr">
            <a:normAutofit/>
          </a:bodyPr>
          <a:lstStyle>
            <a:lvl1pPr marL="0" indent="0">
              <a:buNone/>
              <a:defRPr sz="2400">
                <a:solidFill>
                  <a:srgbClr val="444391"/>
                </a:solidFill>
              </a:defRPr>
            </a:lvl1pPr>
          </a:lstStyle>
          <a:p>
            <a:pPr lvl="0">
              <a:defRPr/>
            </a:pPr>
            <a:r>
              <a:rPr lang="ru-RU"/>
              <a:t>Подзаголовок</a:t>
            </a:r>
            <a:endParaRPr lang="ru-RU"/>
          </a:p>
        </p:txBody>
      </p:sp>
      <p:sp>
        <p:nvSpPr>
          <p:cNvPr id="8" name="Параллелограмм 7"/>
          <p:cNvSpPr/>
          <p:nvPr userDrawn="1"/>
        </p:nvSpPr>
        <p:spPr bwMode="auto">
          <a:xfrm rot="13887109">
            <a:off x="10286727" y="638748"/>
            <a:ext cx="2146752" cy="416832"/>
          </a:xfrm>
          <a:prstGeom prst="parallelogram">
            <a:avLst>
              <a:gd name="adj" fmla="val 79174"/>
            </a:avLst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 lang="ru-RU"/>
          </a:p>
        </p:txBody>
      </p:sp>
      <p:sp>
        <p:nvSpPr>
          <p:cNvPr id="11" name="Объект 2"/>
          <p:cNvSpPr>
            <a:spLocks noGrp="1"/>
          </p:cNvSpPr>
          <p:nvPr>
            <p:ph idx="1"/>
          </p:nvPr>
        </p:nvSpPr>
        <p:spPr bwMode="auto">
          <a:xfrm>
            <a:off x="838200" y="1938701"/>
            <a:ext cx="10515600" cy="4351338"/>
          </a:xfrm>
        </p:spPr>
        <p:txBody>
          <a:bodyPr>
            <a:normAutofit/>
          </a:bodyPr>
          <a:lstStyle>
            <a:lvl1pPr marL="0" indent="0">
              <a:buNone/>
              <a:defRPr sz="1800">
                <a:solidFill>
                  <a:srgbClr val="444391"/>
                </a:solidFill>
                <a:latin typeface="Arial" panose="020B0604020202020204"/>
                <a:cs typeface="Arial" panose="020B0604020202020204"/>
              </a:defRPr>
            </a:lvl1pPr>
          </a:lstStyle>
          <a:p>
            <a:pPr lvl="0">
              <a:defRPr/>
            </a:pPr>
            <a:r>
              <a:rPr lang="ru-RU"/>
              <a:t>Образец текста</a:t>
            </a:r>
            <a:endParaRPr lang="ru-RU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showMasterPhAnim="0" userDrawn="1">
  <p:cSld name="10_Заголовок и объект">
    <p:bg>
      <p:bgPr>
        <a:blipFill>
          <a:blip r:embed="rId2">
            <a:lum/>
          </a:blip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7" name="Прямоугольник 6"/>
          <p:cNvSpPr/>
          <p:nvPr userDrawn="1"/>
        </p:nvSpPr>
        <p:spPr bwMode="auto">
          <a:xfrm rot="16199998">
            <a:off x="6107538" y="-4941110"/>
            <a:ext cx="815121" cy="11353801"/>
          </a:xfrm>
          <a:prstGeom prst="rect">
            <a:avLst/>
          </a:prstGeom>
          <a:gradFill>
            <a:gsLst>
              <a:gs pos="0">
                <a:srgbClr val="764596"/>
              </a:gs>
              <a:gs pos="100000">
                <a:srgbClr val="444391"/>
              </a:gs>
            </a:gsLst>
            <a:lin ang="5400000" scaled="1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 lang="ru-RU"/>
          </a:p>
        </p:txBody>
      </p:sp>
      <p:sp>
        <p:nvSpPr>
          <p:cNvPr id="2" name="Заголовок 1"/>
          <p:cNvSpPr>
            <a:spLocks noGrp="1"/>
          </p:cNvSpPr>
          <p:nvPr>
            <p:ph type="title" hasCustomPrompt="1"/>
          </p:nvPr>
        </p:nvSpPr>
        <p:spPr bwMode="auto">
          <a:xfrm>
            <a:off x="1106500" y="328229"/>
            <a:ext cx="10247299" cy="815122"/>
          </a:xfrm>
        </p:spPr>
        <p:txBody>
          <a:bodyPr>
            <a:normAutofit/>
          </a:bodyPr>
          <a:lstStyle>
            <a:lvl1pPr>
              <a:defRPr sz="2800">
                <a:solidFill>
                  <a:schemeClr val="bg1"/>
                </a:solidFill>
                <a:latin typeface="Arial" panose="020B0604020202020204"/>
                <a:cs typeface="Arial" panose="020B0604020202020204"/>
              </a:defRPr>
            </a:lvl1pPr>
          </a:lstStyle>
          <a:p>
            <a:pPr>
              <a:defRPr/>
            </a:pPr>
            <a:r>
              <a:rPr lang="ru-RU"/>
              <a:t>Заголовок</a:t>
            </a:r>
            <a:endParaRPr lang="ru-RU"/>
          </a:p>
        </p:txBody>
      </p:sp>
      <p:pic>
        <p:nvPicPr>
          <p:cNvPr id="10" name="Рисунок 9"/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 bwMode="auto">
          <a:xfrm>
            <a:off x="50568" y="234871"/>
            <a:ext cx="787632" cy="1064695"/>
          </a:xfrm>
          <a:prstGeom prst="rect">
            <a:avLst/>
          </a:prstGeom>
        </p:spPr>
      </p:pic>
      <p:sp>
        <p:nvSpPr>
          <p:cNvPr id="6" name="Текст 11"/>
          <p:cNvSpPr>
            <a:spLocks noGrp="1"/>
          </p:cNvSpPr>
          <p:nvPr>
            <p:ph type="body" sz="quarter" idx="11" hasCustomPrompt="1"/>
          </p:nvPr>
        </p:nvSpPr>
        <p:spPr bwMode="auto">
          <a:xfrm>
            <a:off x="838198" y="1304544"/>
            <a:ext cx="5147663" cy="486736"/>
          </a:xfrm>
        </p:spPr>
        <p:txBody>
          <a:bodyPr anchor="ctr">
            <a:normAutofit/>
          </a:bodyPr>
          <a:lstStyle>
            <a:lvl1pPr marL="0" indent="0">
              <a:buNone/>
              <a:defRPr sz="2400">
                <a:solidFill>
                  <a:srgbClr val="444391"/>
                </a:solidFill>
              </a:defRPr>
            </a:lvl1pPr>
          </a:lstStyle>
          <a:p>
            <a:pPr lvl="0">
              <a:defRPr/>
            </a:pPr>
            <a:r>
              <a:rPr lang="ru-RU"/>
              <a:t>Подзаголовок</a:t>
            </a:r>
            <a:endParaRPr lang="ru-RU"/>
          </a:p>
        </p:txBody>
      </p:sp>
      <p:sp>
        <p:nvSpPr>
          <p:cNvPr id="8" name="Параллелограмм 7"/>
          <p:cNvSpPr/>
          <p:nvPr userDrawn="1"/>
        </p:nvSpPr>
        <p:spPr bwMode="auto">
          <a:xfrm rot="13887109">
            <a:off x="10286727" y="584961"/>
            <a:ext cx="2146752" cy="416832"/>
          </a:xfrm>
          <a:prstGeom prst="parallelogram">
            <a:avLst>
              <a:gd name="adj" fmla="val 79174"/>
            </a:avLst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 lang="ru-RU"/>
          </a:p>
        </p:txBody>
      </p:sp>
      <p:sp>
        <p:nvSpPr>
          <p:cNvPr id="9" name="Объект 2"/>
          <p:cNvSpPr>
            <a:spLocks noGrp="1"/>
          </p:cNvSpPr>
          <p:nvPr>
            <p:ph idx="12" hasCustomPrompt="1"/>
          </p:nvPr>
        </p:nvSpPr>
        <p:spPr bwMode="auto">
          <a:xfrm>
            <a:off x="6206138" y="1299566"/>
            <a:ext cx="5147662" cy="4990474"/>
          </a:xfrm>
        </p:spPr>
        <p:txBody>
          <a:bodyPr>
            <a:normAutofit/>
          </a:bodyPr>
          <a:lstStyle>
            <a:lvl1pPr marL="0" indent="0" algn="ctr">
              <a:buNone/>
              <a:defRPr sz="1800">
                <a:solidFill>
                  <a:srgbClr val="444391"/>
                </a:solidFill>
                <a:latin typeface="Arial" panose="020B0604020202020204"/>
                <a:cs typeface="Arial" panose="020B0604020202020204"/>
              </a:defRPr>
            </a:lvl1pPr>
          </a:lstStyle>
          <a:p>
            <a:pPr lvl="0">
              <a:defRPr/>
            </a:pPr>
            <a:r>
              <a:rPr lang="ru-RU"/>
              <a:t>Кликните для вставки таблицы, диаграммы, схемы, видео, фото, рисунок.</a:t>
            </a:r>
            <a:endParaRPr lang="ru-RU"/>
          </a:p>
        </p:txBody>
      </p:sp>
      <p:sp>
        <p:nvSpPr>
          <p:cNvPr id="12" name="Текст 11"/>
          <p:cNvSpPr>
            <a:spLocks noGrp="1"/>
          </p:cNvSpPr>
          <p:nvPr>
            <p:ph type="body" sz="quarter" idx="13" hasCustomPrompt="1"/>
          </p:nvPr>
        </p:nvSpPr>
        <p:spPr bwMode="auto">
          <a:xfrm>
            <a:off x="838198" y="1952472"/>
            <a:ext cx="5147663" cy="4337568"/>
          </a:xfrm>
        </p:spPr>
        <p:txBody>
          <a:bodyPr anchor="t">
            <a:normAutofit/>
          </a:bodyPr>
          <a:lstStyle>
            <a:lvl1pPr marL="0" indent="0">
              <a:buNone/>
              <a:defRPr sz="2400">
                <a:solidFill>
                  <a:srgbClr val="444391"/>
                </a:solidFill>
              </a:defRPr>
            </a:lvl1pPr>
          </a:lstStyle>
          <a:p>
            <a:pPr lvl="0">
              <a:defRPr/>
            </a:pPr>
            <a:r>
              <a:rPr lang="ru-RU"/>
              <a:t>Образец подзаголовок</a:t>
            </a:r>
            <a:endParaRPr lang="ru-RU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showMasterPhAnim="0" userDrawn="1">
  <p:cSld name="11_Заголовок и объект">
    <p:bg>
      <p:bgPr>
        <a:blipFill>
          <a:blip r:embed="rId2">
            <a:lum/>
          </a:blip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7" name="Прямоугольник 6"/>
          <p:cNvSpPr/>
          <p:nvPr userDrawn="1"/>
        </p:nvSpPr>
        <p:spPr bwMode="auto">
          <a:xfrm rot="16199998">
            <a:off x="6107538" y="-4941111"/>
            <a:ext cx="815121" cy="11353801"/>
          </a:xfrm>
          <a:prstGeom prst="rect">
            <a:avLst/>
          </a:prstGeom>
          <a:gradFill>
            <a:gsLst>
              <a:gs pos="0">
                <a:srgbClr val="764596"/>
              </a:gs>
              <a:gs pos="100000">
                <a:srgbClr val="444391"/>
              </a:gs>
            </a:gsLst>
            <a:lin ang="5400000" scaled="1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 lang="ru-RU"/>
          </a:p>
        </p:txBody>
      </p:sp>
      <p:sp>
        <p:nvSpPr>
          <p:cNvPr id="2" name="Заголовок 1"/>
          <p:cNvSpPr>
            <a:spLocks noGrp="1"/>
          </p:cNvSpPr>
          <p:nvPr>
            <p:ph type="title" hasCustomPrompt="1"/>
          </p:nvPr>
        </p:nvSpPr>
        <p:spPr bwMode="auto">
          <a:xfrm>
            <a:off x="1037344" y="328228"/>
            <a:ext cx="10316455" cy="815122"/>
          </a:xfrm>
        </p:spPr>
        <p:txBody>
          <a:bodyPr>
            <a:normAutofit/>
          </a:bodyPr>
          <a:lstStyle>
            <a:lvl1pPr>
              <a:defRPr sz="2800">
                <a:solidFill>
                  <a:schemeClr val="bg1"/>
                </a:solidFill>
                <a:latin typeface="Arial" panose="020B0604020202020204"/>
                <a:cs typeface="Arial" panose="020B0604020202020204"/>
              </a:defRPr>
            </a:lvl1pPr>
          </a:lstStyle>
          <a:p>
            <a:pPr>
              <a:defRPr/>
            </a:pPr>
            <a:r>
              <a:rPr lang="ru-RU"/>
              <a:t>Заголовок</a:t>
            </a:r>
            <a:endParaRPr lang="ru-RU"/>
          </a:p>
        </p:txBody>
      </p:sp>
      <p:pic>
        <p:nvPicPr>
          <p:cNvPr id="10" name="Рисунок 9"/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 bwMode="auto">
          <a:xfrm>
            <a:off x="50568" y="234870"/>
            <a:ext cx="787632" cy="1064695"/>
          </a:xfrm>
          <a:prstGeom prst="rect">
            <a:avLst/>
          </a:prstGeom>
        </p:spPr>
      </p:pic>
      <p:sp>
        <p:nvSpPr>
          <p:cNvPr id="8" name="Параллелограмм 7"/>
          <p:cNvSpPr/>
          <p:nvPr userDrawn="1"/>
        </p:nvSpPr>
        <p:spPr bwMode="auto">
          <a:xfrm rot="13887109">
            <a:off x="10286727" y="577276"/>
            <a:ext cx="2146752" cy="416832"/>
          </a:xfrm>
          <a:prstGeom prst="parallelogram">
            <a:avLst>
              <a:gd name="adj" fmla="val 79174"/>
            </a:avLst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 lang="ru-RU"/>
          </a:p>
        </p:txBody>
      </p:sp>
      <p:sp>
        <p:nvSpPr>
          <p:cNvPr id="11" name="Объект 2"/>
          <p:cNvSpPr>
            <a:spLocks noGrp="1"/>
          </p:cNvSpPr>
          <p:nvPr>
            <p:ph idx="1" hasCustomPrompt="1"/>
          </p:nvPr>
        </p:nvSpPr>
        <p:spPr bwMode="auto">
          <a:xfrm>
            <a:off x="838198" y="1786301"/>
            <a:ext cx="5067301" cy="4351338"/>
          </a:xfrm>
        </p:spPr>
        <p:txBody>
          <a:bodyPr anchor="ctr">
            <a:normAutofit/>
          </a:bodyPr>
          <a:lstStyle>
            <a:lvl1pPr marL="0" indent="0" algn="ctr">
              <a:buNone/>
              <a:defRPr sz="1800">
                <a:solidFill>
                  <a:schemeClr val="bg2">
                    <a:lumMod val="25000"/>
                  </a:schemeClr>
                </a:solidFill>
                <a:latin typeface="Arial" panose="020B0604020202020204"/>
                <a:cs typeface="Arial" panose="020B0604020202020204"/>
              </a:defRPr>
            </a:lvl1pPr>
          </a:lstStyle>
          <a:p>
            <a:pPr lvl="0">
              <a:defRPr/>
            </a:pPr>
            <a:r>
              <a:rPr lang="ru-RU"/>
              <a:t>Кликните чтобы вставить фото</a:t>
            </a:r>
            <a:endParaRPr lang="ru-RU"/>
          </a:p>
        </p:txBody>
      </p:sp>
      <p:sp>
        <p:nvSpPr>
          <p:cNvPr id="13" name="Объект 2"/>
          <p:cNvSpPr>
            <a:spLocks noGrp="1"/>
          </p:cNvSpPr>
          <p:nvPr>
            <p:ph idx="10" hasCustomPrompt="1"/>
          </p:nvPr>
        </p:nvSpPr>
        <p:spPr bwMode="auto">
          <a:xfrm>
            <a:off x="6286499" y="1786301"/>
            <a:ext cx="5067301" cy="4351338"/>
          </a:xfrm>
        </p:spPr>
        <p:txBody>
          <a:bodyPr anchor="ctr">
            <a:normAutofit/>
          </a:bodyPr>
          <a:lstStyle>
            <a:lvl1pPr marL="0" indent="0" algn="ctr">
              <a:buNone/>
              <a:defRPr sz="1800">
                <a:solidFill>
                  <a:schemeClr val="bg2">
                    <a:lumMod val="25000"/>
                  </a:schemeClr>
                </a:solidFill>
                <a:latin typeface="Arial" panose="020B0604020202020204"/>
                <a:cs typeface="Arial" panose="020B0604020202020204"/>
              </a:defRPr>
            </a:lvl1pPr>
          </a:lstStyle>
          <a:p>
            <a:pPr lvl="0">
              <a:defRPr/>
            </a:pPr>
            <a:r>
              <a:rPr lang="ru-RU"/>
              <a:t>Кликните чтобы вставить фото</a:t>
            </a:r>
            <a:endParaRPr lang="ru-RU"/>
          </a:p>
        </p:txBody>
      </p:sp>
      <p:sp>
        <p:nvSpPr>
          <p:cNvPr id="14" name="Текст 11"/>
          <p:cNvSpPr>
            <a:spLocks noGrp="1"/>
          </p:cNvSpPr>
          <p:nvPr>
            <p:ph type="body" sz="quarter" idx="11" hasCustomPrompt="1"/>
          </p:nvPr>
        </p:nvSpPr>
        <p:spPr bwMode="auto">
          <a:xfrm>
            <a:off x="838198" y="1304543"/>
            <a:ext cx="10515601" cy="486736"/>
          </a:xfrm>
        </p:spPr>
        <p:txBody>
          <a:bodyPr anchor="ctr">
            <a:normAutofit/>
          </a:bodyPr>
          <a:lstStyle>
            <a:lvl1pPr marL="0" indent="0">
              <a:buNone/>
              <a:defRPr sz="2400">
                <a:solidFill>
                  <a:srgbClr val="444391"/>
                </a:solidFill>
              </a:defRPr>
            </a:lvl1pPr>
          </a:lstStyle>
          <a:p>
            <a:pPr lvl="0">
              <a:defRPr/>
            </a:pPr>
            <a:r>
              <a:rPr lang="ru-RU"/>
              <a:t>Подзаголовок</a:t>
            </a:r>
            <a:endParaRPr lang="ru-RU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showMasterPhAnim="0" userDrawn="1">
  <p:cSld name="12_Заголовок и объект">
    <p:bg>
      <p:bgPr>
        <a:blipFill>
          <a:blip r:embed="rId2">
            <a:lum/>
          </a:blip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7" name="Прямоугольник 6"/>
          <p:cNvSpPr/>
          <p:nvPr userDrawn="1"/>
        </p:nvSpPr>
        <p:spPr bwMode="auto">
          <a:xfrm rot="16199998">
            <a:off x="6107538" y="-4941111"/>
            <a:ext cx="815121" cy="11353801"/>
          </a:xfrm>
          <a:prstGeom prst="rect">
            <a:avLst/>
          </a:prstGeom>
          <a:gradFill>
            <a:gsLst>
              <a:gs pos="0">
                <a:srgbClr val="764596"/>
              </a:gs>
              <a:gs pos="100000">
                <a:srgbClr val="444391"/>
              </a:gs>
            </a:gsLst>
            <a:lin ang="5400000" scaled="1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 lang="ru-RU"/>
          </a:p>
        </p:txBody>
      </p:sp>
      <p:sp>
        <p:nvSpPr>
          <p:cNvPr id="2" name="Заголовок 1"/>
          <p:cNvSpPr>
            <a:spLocks noGrp="1"/>
          </p:cNvSpPr>
          <p:nvPr>
            <p:ph type="title" hasCustomPrompt="1"/>
          </p:nvPr>
        </p:nvSpPr>
        <p:spPr bwMode="auto">
          <a:xfrm>
            <a:off x="1060396" y="328228"/>
            <a:ext cx="10293403" cy="815122"/>
          </a:xfrm>
        </p:spPr>
        <p:txBody>
          <a:bodyPr>
            <a:normAutofit/>
          </a:bodyPr>
          <a:lstStyle>
            <a:lvl1pPr>
              <a:defRPr sz="2800">
                <a:solidFill>
                  <a:schemeClr val="bg1"/>
                </a:solidFill>
                <a:latin typeface="Arial" panose="020B0604020202020204"/>
                <a:cs typeface="Arial" panose="020B0604020202020204"/>
              </a:defRPr>
            </a:lvl1pPr>
          </a:lstStyle>
          <a:p>
            <a:pPr>
              <a:defRPr/>
            </a:pPr>
            <a:r>
              <a:rPr lang="ru-RU"/>
              <a:t>Заголовок</a:t>
            </a:r>
            <a:endParaRPr lang="ru-RU"/>
          </a:p>
        </p:txBody>
      </p:sp>
      <p:pic>
        <p:nvPicPr>
          <p:cNvPr id="10" name="Рисунок 9"/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 bwMode="auto">
          <a:xfrm>
            <a:off x="50568" y="234870"/>
            <a:ext cx="787632" cy="1064695"/>
          </a:xfrm>
          <a:prstGeom prst="rect">
            <a:avLst/>
          </a:prstGeom>
        </p:spPr>
      </p:pic>
      <p:sp>
        <p:nvSpPr>
          <p:cNvPr id="8" name="Параллелограмм 7"/>
          <p:cNvSpPr/>
          <p:nvPr userDrawn="1"/>
        </p:nvSpPr>
        <p:spPr bwMode="auto">
          <a:xfrm rot="13887109">
            <a:off x="10286727" y="500436"/>
            <a:ext cx="2146752" cy="416832"/>
          </a:xfrm>
          <a:prstGeom prst="parallelogram">
            <a:avLst>
              <a:gd name="adj" fmla="val 79174"/>
            </a:avLst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 lang="ru-RU"/>
          </a:p>
        </p:txBody>
      </p:sp>
      <p:sp>
        <p:nvSpPr>
          <p:cNvPr id="9" name="Объект 2"/>
          <p:cNvSpPr>
            <a:spLocks noGrp="1"/>
          </p:cNvSpPr>
          <p:nvPr>
            <p:ph idx="1" hasCustomPrompt="1"/>
          </p:nvPr>
        </p:nvSpPr>
        <p:spPr bwMode="auto">
          <a:xfrm>
            <a:off x="838200" y="1299565"/>
            <a:ext cx="10515600" cy="4990474"/>
          </a:xfrm>
        </p:spPr>
        <p:txBody>
          <a:bodyPr>
            <a:normAutofit/>
          </a:bodyPr>
          <a:lstStyle>
            <a:lvl1pPr marL="0" indent="0">
              <a:buNone/>
              <a:defRPr sz="1800">
                <a:solidFill>
                  <a:srgbClr val="444391"/>
                </a:solidFill>
                <a:latin typeface="Arial" panose="020B0604020202020204"/>
                <a:cs typeface="Arial" panose="020B0604020202020204"/>
              </a:defRPr>
            </a:lvl1pPr>
          </a:lstStyle>
          <a:p>
            <a:pPr lvl="0">
              <a:defRPr/>
            </a:pPr>
            <a:r>
              <a:rPr lang="ru-RU"/>
              <a:t>Вставьте текст</a:t>
            </a:r>
            <a:endParaRPr lang="ru-RU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showMasterPhAnim="0" userDrawn="1">
  <p:cSld name="1_Заголовок и объект">
    <p:bg>
      <p:bgPr>
        <a:blipFill>
          <a:blip r:embed="rId2">
            <a:lum/>
          </a:blip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5" name="Прямоугольник 4"/>
          <p:cNvSpPr/>
          <p:nvPr userDrawn="1"/>
        </p:nvSpPr>
        <p:spPr bwMode="auto">
          <a:xfrm rot="16199998">
            <a:off x="2620269" y="-1453842"/>
            <a:ext cx="815121" cy="4379261"/>
          </a:xfrm>
          <a:prstGeom prst="rect">
            <a:avLst/>
          </a:prstGeom>
          <a:gradFill>
            <a:gsLst>
              <a:gs pos="0">
                <a:srgbClr val="764596"/>
              </a:gs>
              <a:gs pos="100000">
                <a:srgbClr val="444391"/>
              </a:gs>
            </a:gsLst>
            <a:lin ang="5400000" scaled="1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 lang="ru-RU"/>
          </a:p>
        </p:txBody>
      </p:sp>
      <p:sp>
        <p:nvSpPr>
          <p:cNvPr id="14" name="Параллелограмм 13"/>
          <p:cNvSpPr/>
          <p:nvPr userDrawn="1"/>
        </p:nvSpPr>
        <p:spPr bwMode="auto">
          <a:xfrm rot="13887109">
            <a:off x="4203859" y="727299"/>
            <a:ext cx="2146752" cy="150770"/>
          </a:xfrm>
          <a:prstGeom prst="parallelogram">
            <a:avLst>
              <a:gd name="adj" fmla="val 79174"/>
            </a:avLst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 lang="ru-RU"/>
          </a:p>
        </p:txBody>
      </p:sp>
      <p:sp>
        <p:nvSpPr>
          <p:cNvPr id="6" name="Заголовок 1"/>
          <p:cNvSpPr>
            <a:spLocks noGrp="1"/>
          </p:cNvSpPr>
          <p:nvPr>
            <p:ph type="title" hasCustomPrompt="1"/>
          </p:nvPr>
        </p:nvSpPr>
        <p:spPr bwMode="auto">
          <a:xfrm>
            <a:off x="952820" y="328229"/>
            <a:ext cx="4264640" cy="815122"/>
          </a:xfrm>
        </p:spPr>
        <p:txBody>
          <a:bodyPr>
            <a:normAutofit/>
          </a:bodyPr>
          <a:lstStyle>
            <a:lvl1pPr>
              <a:defRPr sz="2000">
                <a:solidFill>
                  <a:schemeClr val="bg1"/>
                </a:solidFill>
                <a:latin typeface="Arial" panose="020B0604020202020204"/>
                <a:cs typeface="Arial" panose="020B0604020202020204"/>
              </a:defRPr>
            </a:lvl1pPr>
          </a:lstStyle>
          <a:p>
            <a:pPr>
              <a:defRPr/>
            </a:pPr>
            <a:r>
              <a:rPr lang="ru-RU"/>
              <a:t>Заголовок</a:t>
            </a:r>
            <a:endParaRPr lang="ru-RU"/>
          </a:p>
        </p:txBody>
      </p:sp>
      <p:pic>
        <p:nvPicPr>
          <p:cNvPr id="7" name="Рисунок 6"/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 bwMode="auto">
          <a:xfrm>
            <a:off x="50568" y="234871"/>
            <a:ext cx="787632" cy="1064695"/>
          </a:xfrm>
          <a:prstGeom prst="rect">
            <a:avLst/>
          </a:prstGeom>
        </p:spPr>
      </p:pic>
      <p:sp>
        <p:nvSpPr>
          <p:cNvPr id="11" name="Объект 2"/>
          <p:cNvSpPr>
            <a:spLocks noGrp="1"/>
          </p:cNvSpPr>
          <p:nvPr>
            <p:ph idx="10" hasCustomPrompt="1"/>
          </p:nvPr>
        </p:nvSpPr>
        <p:spPr bwMode="auto">
          <a:xfrm>
            <a:off x="5484576" y="328229"/>
            <a:ext cx="6438482" cy="6147228"/>
          </a:xfrm>
          <a:prstGeom prst="rect">
            <a:avLst/>
          </a:prstGeom>
          <a:solidFill>
            <a:schemeClr val="bg1"/>
          </a:solidFill>
        </p:spPr>
        <p:txBody>
          <a:bodyPr anchor="ctr">
            <a:normAutofit/>
          </a:bodyPr>
          <a:lstStyle>
            <a:lvl1pPr marL="0" indent="0" algn="ctr">
              <a:buNone/>
              <a:defRPr sz="1800">
                <a:solidFill>
                  <a:schemeClr val="bg2">
                    <a:lumMod val="25000"/>
                  </a:schemeClr>
                </a:solidFill>
                <a:latin typeface="Arial" panose="020B0604020202020204"/>
                <a:cs typeface="Arial" panose="020B0604020202020204"/>
              </a:defRPr>
            </a:lvl1pPr>
          </a:lstStyle>
          <a:p>
            <a:pPr lvl="0">
              <a:defRPr/>
            </a:pPr>
            <a:r>
              <a:rPr lang="ru-RU"/>
              <a:t>Кликните чтобы вставить фото</a:t>
            </a:r>
            <a:endParaRPr lang="ru-RU"/>
          </a:p>
        </p:txBody>
      </p:sp>
      <p:sp>
        <p:nvSpPr>
          <p:cNvPr id="13" name="Объект 2"/>
          <p:cNvSpPr>
            <a:spLocks noGrp="1"/>
          </p:cNvSpPr>
          <p:nvPr>
            <p:ph idx="1" hasCustomPrompt="1"/>
          </p:nvPr>
        </p:nvSpPr>
        <p:spPr bwMode="auto">
          <a:xfrm>
            <a:off x="838200" y="1299566"/>
            <a:ext cx="4379260" cy="4990474"/>
          </a:xfrm>
          <a:prstGeom prst="rect">
            <a:avLst/>
          </a:prstGeom>
          <a:solidFill>
            <a:schemeClr val="bg1"/>
          </a:solidFill>
        </p:spPr>
        <p:txBody>
          <a:bodyPr>
            <a:normAutofit/>
          </a:bodyPr>
          <a:lstStyle>
            <a:lvl1pPr marL="0" indent="0">
              <a:buNone/>
              <a:defRPr sz="1800">
                <a:solidFill>
                  <a:srgbClr val="444391"/>
                </a:solidFill>
                <a:latin typeface="Arial" panose="020B0604020202020204"/>
                <a:cs typeface="Arial" panose="020B0604020202020204"/>
              </a:defRPr>
            </a:lvl1pPr>
          </a:lstStyle>
          <a:p>
            <a:pPr lvl="0">
              <a:defRPr/>
            </a:pPr>
            <a:r>
              <a:rPr lang="ru-RU"/>
              <a:t>Вставьте текст</a:t>
            </a:r>
            <a:endParaRPr lang="ru-RU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showMasterPhAnim="0" userDrawn="1">
  <p:cSld name="2_Заголовок и объект">
    <p:bg>
      <p:bgPr>
        <a:blipFill>
          <a:blip r:embed="rId2">
            <a:lum/>
          </a:blip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5" name="Прямоугольник 4"/>
          <p:cNvSpPr/>
          <p:nvPr userDrawn="1"/>
        </p:nvSpPr>
        <p:spPr bwMode="auto">
          <a:xfrm rot="16199998">
            <a:off x="2620269" y="-1453842"/>
            <a:ext cx="815121" cy="4379261"/>
          </a:xfrm>
          <a:prstGeom prst="rect">
            <a:avLst/>
          </a:prstGeom>
          <a:gradFill>
            <a:gsLst>
              <a:gs pos="0">
                <a:srgbClr val="764596"/>
              </a:gs>
              <a:gs pos="100000">
                <a:srgbClr val="444391"/>
              </a:gs>
            </a:gsLst>
            <a:lin ang="5400000" scaled="1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 lang="ru-RU"/>
          </a:p>
        </p:txBody>
      </p:sp>
      <p:sp>
        <p:nvSpPr>
          <p:cNvPr id="14" name="Параллелограмм 13"/>
          <p:cNvSpPr/>
          <p:nvPr userDrawn="1"/>
        </p:nvSpPr>
        <p:spPr bwMode="auto">
          <a:xfrm rot="13887109">
            <a:off x="4203859" y="727299"/>
            <a:ext cx="2146752" cy="150770"/>
          </a:xfrm>
          <a:prstGeom prst="parallelogram">
            <a:avLst>
              <a:gd name="adj" fmla="val 79174"/>
            </a:avLst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 lang="ru-RU"/>
          </a:p>
        </p:txBody>
      </p:sp>
      <p:sp>
        <p:nvSpPr>
          <p:cNvPr id="6" name="Заголовок 1"/>
          <p:cNvSpPr>
            <a:spLocks noGrp="1"/>
          </p:cNvSpPr>
          <p:nvPr>
            <p:ph type="title" hasCustomPrompt="1"/>
          </p:nvPr>
        </p:nvSpPr>
        <p:spPr bwMode="auto">
          <a:xfrm>
            <a:off x="999720" y="328229"/>
            <a:ext cx="4217740" cy="815122"/>
          </a:xfrm>
        </p:spPr>
        <p:txBody>
          <a:bodyPr>
            <a:normAutofit/>
          </a:bodyPr>
          <a:lstStyle>
            <a:lvl1pPr>
              <a:defRPr sz="2000">
                <a:solidFill>
                  <a:schemeClr val="bg1"/>
                </a:solidFill>
                <a:latin typeface="Arial" panose="020B0604020202020204"/>
                <a:cs typeface="Arial" panose="020B0604020202020204"/>
              </a:defRPr>
            </a:lvl1pPr>
          </a:lstStyle>
          <a:p>
            <a:pPr>
              <a:defRPr/>
            </a:pPr>
            <a:r>
              <a:rPr lang="ru-RU"/>
              <a:t>Заголовок</a:t>
            </a:r>
            <a:endParaRPr lang="ru-RU"/>
          </a:p>
        </p:txBody>
      </p:sp>
      <p:pic>
        <p:nvPicPr>
          <p:cNvPr id="7" name="Рисунок 6"/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 bwMode="auto">
          <a:xfrm>
            <a:off x="50568" y="234871"/>
            <a:ext cx="787632" cy="1064695"/>
          </a:xfrm>
          <a:prstGeom prst="rect">
            <a:avLst/>
          </a:prstGeom>
        </p:spPr>
      </p:pic>
      <p:sp>
        <p:nvSpPr>
          <p:cNvPr id="11" name="Объект 2"/>
          <p:cNvSpPr>
            <a:spLocks noGrp="1"/>
          </p:cNvSpPr>
          <p:nvPr>
            <p:ph idx="10" hasCustomPrompt="1"/>
          </p:nvPr>
        </p:nvSpPr>
        <p:spPr bwMode="auto">
          <a:xfrm>
            <a:off x="8840636" y="3403122"/>
            <a:ext cx="3082423" cy="2942985"/>
          </a:xfrm>
          <a:prstGeom prst="rect">
            <a:avLst/>
          </a:prstGeom>
          <a:solidFill>
            <a:schemeClr val="bg1"/>
          </a:solidFill>
        </p:spPr>
        <p:txBody>
          <a:bodyPr anchor="ctr">
            <a:normAutofit/>
          </a:bodyPr>
          <a:lstStyle>
            <a:lvl1pPr marL="0" indent="0" algn="ctr">
              <a:buNone/>
              <a:defRPr sz="1800">
                <a:solidFill>
                  <a:schemeClr val="bg2">
                    <a:lumMod val="25000"/>
                  </a:schemeClr>
                </a:solidFill>
                <a:latin typeface="Arial" panose="020B0604020202020204"/>
                <a:cs typeface="Arial" panose="020B0604020202020204"/>
              </a:defRPr>
            </a:lvl1pPr>
          </a:lstStyle>
          <a:p>
            <a:pPr lvl="0">
              <a:defRPr/>
            </a:pPr>
            <a:r>
              <a:rPr lang="ru-RU"/>
              <a:t>Кликните чтобы вставить фото</a:t>
            </a:r>
            <a:endParaRPr lang="ru-RU"/>
          </a:p>
        </p:txBody>
      </p:sp>
      <p:sp>
        <p:nvSpPr>
          <p:cNvPr id="13" name="Объект 2"/>
          <p:cNvSpPr>
            <a:spLocks noGrp="1"/>
          </p:cNvSpPr>
          <p:nvPr>
            <p:ph idx="1" hasCustomPrompt="1"/>
          </p:nvPr>
        </p:nvSpPr>
        <p:spPr bwMode="auto">
          <a:xfrm>
            <a:off x="838200" y="1299566"/>
            <a:ext cx="4379260" cy="5046540"/>
          </a:xfrm>
          <a:prstGeom prst="rect">
            <a:avLst/>
          </a:prstGeom>
          <a:solidFill>
            <a:schemeClr val="bg1"/>
          </a:solidFill>
        </p:spPr>
        <p:txBody>
          <a:bodyPr>
            <a:normAutofit/>
          </a:bodyPr>
          <a:lstStyle>
            <a:lvl1pPr marL="0" indent="0">
              <a:buNone/>
              <a:defRPr sz="1800">
                <a:solidFill>
                  <a:srgbClr val="444391"/>
                </a:solidFill>
                <a:latin typeface="Arial" panose="020B0604020202020204"/>
                <a:cs typeface="Arial" panose="020B0604020202020204"/>
              </a:defRPr>
            </a:lvl1pPr>
          </a:lstStyle>
          <a:p>
            <a:pPr lvl="0">
              <a:defRPr/>
            </a:pPr>
            <a:r>
              <a:rPr lang="ru-RU"/>
              <a:t>Вставьте текст</a:t>
            </a:r>
            <a:endParaRPr lang="ru-RU"/>
          </a:p>
        </p:txBody>
      </p:sp>
      <p:sp>
        <p:nvSpPr>
          <p:cNvPr id="8" name="Объект 2"/>
          <p:cNvSpPr>
            <a:spLocks noGrp="1"/>
          </p:cNvSpPr>
          <p:nvPr>
            <p:ph idx="11" hasCustomPrompt="1"/>
          </p:nvPr>
        </p:nvSpPr>
        <p:spPr bwMode="auto">
          <a:xfrm>
            <a:off x="5596693" y="3403121"/>
            <a:ext cx="3082423" cy="2942985"/>
          </a:xfrm>
          <a:prstGeom prst="rect">
            <a:avLst/>
          </a:prstGeom>
          <a:solidFill>
            <a:schemeClr val="bg1"/>
          </a:solidFill>
        </p:spPr>
        <p:txBody>
          <a:bodyPr anchor="ctr">
            <a:normAutofit/>
          </a:bodyPr>
          <a:lstStyle>
            <a:lvl1pPr marL="0" indent="0" algn="ctr">
              <a:buNone/>
              <a:defRPr sz="1800">
                <a:solidFill>
                  <a:schemeClr val="bg2">
                    <a:lumMod val="25000"/>
                  </a:schemeClr>
                </a:solidFill>
                <a:latin typeface="Arial" panose="020B0604020202020204"/>
                <a:cs typeface="Arial" panose="020B0604020202020204"/>
              </a:defRPr>
            </a:lvl1pPr>
          </a:lstStyle>
          <a:p>
            <a:pPr lvl="0">
              <a:defRPr/>
            </a:pPr>
            <a:r>
              <a:rPr lang="ru-RU"/>
              <a:t>Кликните чтобы вставить фото</a:t>
            </a:r>
            <a:endParaRPr lang="ru-RU"/>
          </a:p>
        </p:txBody>
      </p:sp>
      <p:sp>
        <p:nvSpPr>
          <p:cNvPr id="9" name="Объект 2"/>
          <p:cNvSpPr>
            <a:spLocks noGrp="1"/>
          </p:cNvSpPr>
          <p:nvPr>
            <p:ph idx="12" hasCustomPrompt="1"/>
          </p:nvPr>
        </p:nvSpPr>
        <p:spPr bwMode="auto">
          <a:xfrm>
            <a:off x="8840636" y="328228"/>
            <a:ext cx="3082423" cy="2942985"/>
          </a:xfrm>
          <a:prstGeom prst="rect">
            <a:avLst/>
          </a:prstGeom>
          <a:solidFill>
            <a:schemeClr val="bg1"/>
          </a:solidFill>
        </p:spPr>
        <p:txBody>
          <a:bodyPr anchor="ctr">
            <a:normAutofit/>
          </a:bodyPr>
          <a:lstStyle>
            <a:lvl1pPr marL="0" indent="0" algn="ctr">
              <a:buNone/>
              <a:defRPr sz="1800">
                <a:solidFill>
                  <a:schemeClr val="bg2">
                    <a:lumMod val="25000"/>
                  </a:schemeClr>
                </a:solidFill>
                <a:latin typeface="Arial" panose="020B0604020202020204"/>
                <a:cs typeface="Arial" panose="020B0604020202020204"/>
              </a:defRPr>
            </a:lvl1pPr>
          </a:lstStyle>
          <a:p>
            <a:pPr lvl="0">
              <a:defRPr/>
            </a:pPr>
            <a:r>
              <a:rPr lang="ru-RU"/>
              <a:t>Кликните чтобы вставить фото</a:t>
            </a:r>
            <a:endParaRPr lang="ru-RU"/>
          </a:p>
        </p:txBody>
      </p:sp>
      <p:sp>
        <p:nvSpPr>
          <p:cNvPr id="10" name="Объект 2"/>
          <p:cNvSpPr>
            <a:spLocks noGrp="1"/>
          </p:cNvSpPr>
          <p:nvPr>
            <p:ph idx="13" hasCustomPrompt="1"/>
          </p:nvPr>
        </p:nvSpPr>
        <p:spPr bwMode="auto">
          <a:xfrm>
            <a:off x="5596693" y="328227"/>
            <a:ext cx="3082423" cy="2942985"/>
          </a:xfrm>
          <a:prstGeom prst="rect">
            <a:avLst/>
          </a:prstGeom>
          <a:solidFill>
            <a:schemeClr val="bg1"/>
          </a:solidFill>
        </p:spPr>
        <p:txBody>
          <a:bodyPr anchor="ctr">
            <a:normAutofit/>
          </a:bodyPr>
          <a:lstStyle>
            <a:lvl1pPr marL="0" indent="0" algn="ctr">
              <a:buNone/>
              <a:defRPr sz="1800">
                <a:solidFill>
                  <a:schemeClr val="bg2">
                    <a:lumMod val="25000"/>
                  </a:schemeClr>
                </a:solidFill>
                <a:latin typeface="Arial" panose="020B0604020202020204"/>
                <a:cs typeface="Arial" panose="020B0604020202020204"/>
              </a:defRPr>
            </a:lvl1pPr>
          </a:lstStyle>
          <a:p>
            <a:pPr lvl="0">
              <a:defRPr/>
            </a:pPr>
            <a:r>
              <a:rPr lang="ru-RU"/>
              <a:t>Кликните чтобы вставить фото</a:t>
            </a:r>
            <a:endParaRPr lang="ru-RU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0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 bwMode="auto"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>
              <a:defRPr/>
            </a:pPr>
            <a:r>
              <a:rPr lang="ru-RU"/>
              <a:t>Образец заголовка</a:t>
            </a:r>
            <a:endParaRPr lang="ru-RU"/>
          </a:p>
        </p:txBody>
      </p:sp>
      <p:sp>
        <p:nvSpPr>
          <p:cNvPr id="3" name="Текст 2"/>
          <p:cNvSpPr>
            <a:spLocks noGrp="1"/>
          </p:cNvSpPr>
          <p:nvPr>
            <p:ph type="body" idx="1"/>
          </p:nvPr>
        </p:nvSpPr>
        <p:spPr bwMode="auto"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>
              <a:defRPr/>
            </a:pPr>
            <a:r>
              <a:rPr lang="ru-RU"/>
              <a:t>Образец текста</a:t>
            </a:r>
            <a:endParaRPr lang="ru-RU"/>
          </a:p>
          <a:p>
            <a:pPr lvl="1">
              <a:defRPr/>
            </a:pPr>
            <a:r>
              <a:rPr lang="ru-RU"/>
              <a:t>Второй уровень</a:t>
            </a:r>
            <a:endParaRPr lang="ru-RU"/>
          </a:p>
          <a:p>
            <a:pPr lvl="2">
              <a:defRPr/>
            </a:pPr>
            <a:r>
              <a:rPr lang="ru-RU"/>
              <a:t>Третий уровень</a:t>
            </a:r>
            <a:endParaRPr lang="ru-RU"/>
          </a:p>
          <a:p>
            <a:pPr lvl="3">
              <a:defRPr/>
            </a:pPr>
            <a:r>
              <a:rPr lang="ru-RU"/>
              <a:t>Четвертый уровень</a:t>
            </a:r>
            <a:endParaRPr lang="ru-RU"/>
          </a:p>
          <a:p>
            <a:pPr lvl="3">
              <a:defRPr/>
            </a:pPr>
            <a:endParaRPr lang="ru-RU"/>
          </a:p>
        </p:txBody>
      </p:sp>
      <p:sp>
        <p:nvSpPr>
          <p:cNvPr id="4" name="Дата 3"/>
          <p:cNvSpPr>
            <a:spLocks noGrp="1"/>
          </p:cNvSpPr>
          <p:nvPr>
            <p:ph type="dt" sz="half" idx="2"/>
          </p:nvPr>
        </p:nvSpPr>
        <p:spPr bwMode="auto"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fld id="{71FE0170-5F17-4EB0-BFA4-80529005E784}" type="datetimeFigureOut">
              <a:rPr lang="ru-RU"/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3"/>
          </p:nvPr>
        </p:nvSpPr>
        <p:spPr bwMode="auto"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4"/>
          </p:nvPr>
        </p:nvSpPr>
        <p:spPr bwMode="auto"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fld id="{DEB0E90D-BAE5-4CAD-8485-89BE0E092D99}" type="slidenum">
              <a:rPr lang="ru-RU"/>
            </a:fld>
            <a:endParaRPr lang="ru-RU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</p:sldLayoutIdLst>
  <p:txStyles>
    <p:titleStyle>
      <a:lvl1pPr algn="l" defTabSz="914400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>
        <a:lnSpc>
          <a:spcPct val="90000"/>
        </a:lnSpc>
        <a:spcBef>
          <a:spcPts val="1000"/>
        </a:spcBef>
        <a:buFont typeface="Arial" panose="020B0604020202020204"/>
        <a:buChar char="•"/>
        <a:defRPr sz="28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>
        <a:lnSpc>
          <a:spcPct val="90000"/>
        </a:lnSpc>
        <a:spcBef>
          <a:spcPts val="500"/>
        </a:spcBef>
        <a:buFont typeface="Arial" panose="020B0604020202020204"/>
        <a:buChar char="•"/>
        <a:defRPr sz="24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>
        <a:lnSpc>
          <a:spcPct val="90000"/>
        </a:lnSpc>
        <a:spcBef>
          <a:spcPts val="500"/>
        </a:spcBef>
        <a:buFont typeface="Arial" panose="020B0604020202020204"/>
        <a:buChar char="•"/>
        <a:defRPr sz="20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>
        <a:lnSpc>
          <a:spcPct val="90000"/>
        </a:lnSpc>
        <a:spcBef>
          <a:spcPts val="500"/>
        </a:spcBef>
        <a:buFont typeface="Arial" panose="020B0604020202020204"/>
        <a:buChar char="•"/>
        <a:defRPr sz="18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>
        <a:lnSpc>
          <a:spcPct val="90000"/>
        </a:lnSpc>
        <a:spcBef>
          <a:spcPts val="500"/>
        </a:spcBef>
        <a:buFont typeface="Arial" panose="020B0604020202020204"/>
        <a:buChar char="•"/>
        <a:defRPr sz="18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>
        <a:lnSpc>
          <a:spcPct val="90000"/>
        </a:lnSpc>
        <a:spcBef>
          <a:spcPts val="500"/>
        </a:spcBef>
        <a:buFont typeface="Arial" panose="020B0604020202020204"/>
        <a:buChar char="•"/>
        <a:defRPr sz="18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>
        <a:lnSpc>
          <a:spcPct val="90000"/>
        </a:lnSpc>
        <a:spcBef>
          <a:spcPts val="500"/>
        </a:spcBef>
        <a:buFont typeface="Arial" panose="020B0604020202020204"/>
        <a:buChar char="•"/>
        <a:defRPr sz="18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>
        <a:lnSpc>
          <a:spcPct val="90000"/>
        </a:lnSpc>
        <a:spcBef>
          <a:spcPts val="500"/>
        </a:spcBef>
        <a:buFont typeface="Arial" panose="020B0604020202020204"/>
        <a:buChar char="•"/>
        <a:defRPr sz="18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>
        <a:lnSpc>
          <a:spcPct val="90000"/>
        </a:lnSpc>
        <a:spcBef>
          <a:spcPts val="500"/>
        </a:spcBef>
        <a:buFont typeface="Arial" panose="020B0604020202020204"/>
        <a:buChar char="•"/>
        <a:defRPr sz="18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ru-RU"/>
      </a:defPPr>
      <a:lvl1pPr marL="0" algn="l" defTabSz="914400">
        <a:defRPr sz="18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>
        <a:defRPr sz="18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>
        <a:defRPr sz="18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>
        <a:defRPr sz="18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>
        <a:defRPr sz="18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>
        <a:defRPr sz="18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>
        <a:defRPr sz="18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>
        <a:defRPr sz="18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>
        <a:defRPr sz="18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5.xml"/><Relationship Id="rId1" Type="http://schemas.openxmlformats.org/officeDocument/2006/relationships/image" Target="../media/image7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5.xml"/><Relationship Id="rId2" Type="http://schemas.openxmlformats.org/officeDocument/2006/relationships/image" Target="../media/image9.png"/><Relationship Id="rId1" Type="http://schemas.openxmlformats.org/officeDocument/2006/relationships/image" Target="../media/image8.png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2" name="Заголовок 21"/>
          <p:cNvSpPr>
            <a:spLocks noGrp="1"/>
          </p:cNvSpPr>
          <p:nvPr>
            <p:ph type="ctrTitle"/>
          </p:nvPr>
        </p:nvSpPr>
        <p:spPr bwMode="auto">
          <a:xfrm>
            <a:off x="522514" y="2453391"/>
            <a:ext cx="6346132" cy="1522676"/>
          </a:xfrm>
        </p:spPr>
        <p:txBody>
          <a:bodyPr/>
          <a:lstStyle/>
          <a:p>
            <a:pPr>
              <a:defRPr/>
            </a:pPr>
            <a:r>
              <a:rPr lang="ru-RU" dirty="0" smtClean="0"/>
              <a:t>«</a:t>
            </a:r>
            <a:r>
              <a:rPr lang="ru-RU" dirty="0"/>
              <a:t>Разработка мобильного приложения "</a:t>
            </a:r>
            <a:r>
              <a:rPr lang="en-US" altLang="ru-RU" dirty="0" smtClean="0"/>
              <a:t>Achievement Gallery</a:t>
            </a:r>
            <a:r>
              <a:rPr lang="ru-RU" dirty="0" smtClean="0"/>
              <a:t>»</a:t>
            </a:r>
            <a:endParaRPr lang="ru-RU" dirty="0"/>
          </a:p>
        </p:txBody>
      </p:sp>
      <p:sp>
        <p:nvSpPr>
          <p:cNvPr id="23" name="Текст 22"/>
          <p:cNvSpPr>
            <a:spLocks noGrp="1"/>
          </p:cNvSpPr>
          <p:nvPr>
            <p:ph type="body" sz="quarter" idx="13"/>
          </p:nvPr>
        </p:nvSpPr>
        <p:spPr bwMode="auto">
          <a:xfrm>
            <a:off x="522514" y="4461128"/>
            <a:ext cx="6756186" cy="706465"/>
          </a:xfrm>
        </p:spPr>
        <p:txBody>
          <a:bodyPr/>
          <a:lstStyle/>
          <a:p>
            <a:pPr>
              <a:defRPr/>
            </a:pPr>
            <a:r>
              <a:rPr lang="ru-RU" b="1" dirty="0" smtClean="0"/>
              <a:t>Шмулин Кирилл Андреевич</a:t>
            </a:r>
            <a:endParaRPr lang="ru-RU" b="1" dirty="0"/>
          </a:p>
        </p:txBody>
      </p:sp>
      <p:sp>
        <p:nvSpPr>
          <p:cNvPr id="24" name="Текст 23"/>
          <p:cNvSpPr>
            <a:spLocks noGrp="1"/>
          </p:cNvSpPr>
          <p:nvPr>
            <p:ph type="body" sz="quarter" idx="17"/>
          </p:nvPr>
        </p:nvSpPr>
        <p:spPr bwMode="auto">
          <a:xfrm>
            <a:off x="3900606" y="3976066"/>
            <a:ext cx="1239483" cy="367056"/>
          </a:xfrm>
        </p:spPr>
        <p:txBody>
          <a:bodyPr/>
          <a:lstStyle/>
          <a:p>
            <a:pPr>
              <a:defRPr/>
            </a:pPr>
            <a:r>
              <a:rPr lang="ru-RU" dirty="0" smtClean="0"/>
              <a:t>ИСП291</a:t>
            </a:r>
            <a:endParaRPr dirty="0"/>
          </a:p>
        </p:txBody>
      </p:sp>
      <p:sp>
        <p:nvSpPr>
          <p:cNvPr id="25" name="Текст 24"/>
          <p:cNvSpPr>
            <a:spLocks noGrp="1"/>
          </p:cNvSpPr>
          <p:nvPr>
            <p:ph type="body" sz="quarter" idx="18"/>
          </p:nvPr>
        </p:nvSpPr>
        <p:spPr bwMode="auto">
          <a:xfrm>
            <a:off x="5890563" y="5247005"/>
            <a:ext cx="2299063" cy="405649"/>
          </a:xfrm>
        </p:spPr>
        <p:txBody>
          <a:bodyPr/>
          <a:lstStyle/>
          <a:p>
            <a:pPr>
              <a:defRPr/>
            </a:pPr>
            <a:r>
              <a:rPr lang="ru-RU" dirty="0" err="1" smtClean="0"/>
              <a:t>Аферов</a:t>
            </a:r>
            <a:r>
              <a:rPr lang="ru-RU" dirty="0" smtClean="0"/>
              <a:t> А.А.</a:t>
            </a:r>
            <a:endParaRPr dirty="0"/>
          </a:p>
        </p:txBody>
      </p:sp>
      <p:sp>
        <p:nvSpPr>
          <p:cNvPr id="2" name="Прямоугольник 1"/>
          <p:cNvSpPr/>
          <p:nvPr/>
        </p:nvSpPr>
        <p:spPr bwMode="auto">
          <a:xfrm flipH="1">
            <a:off x="440313" y="5211044"/>
            <a:ext cx="5361000" cy="724395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 lang="ru-RU"/>
          </a:p>
        </p:txBody>
      </p:sp>
      <p:sp>
        <p:nvSpPr>
          <p:cNvPr id="8" name="Прямоугольник 7"/>
          <p:cNvSpPr/>
          <p:nvPr/>
        </p:nvSpPr>
        <p:spPr bwMode="auto">
          <a:xfrm flipH="1">
            <a:off x="463138" y="1106382"/>
            <a:ext cx="4892634" cy="724395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 lang="ru-RU" dirty="0"/>
          </a:p>
        </p:txBody>
      </p:sp>
      <p:sp>
        <p:nvSpPr>
          <p:cNvPr id="3" name="TextBox 2"/>
          <p:cNvSpPr txBox="1"/>
          <p:nvPr/>
        </p:nvSpPr>
        <p:spPr bwMode="auto">
          <a:xfrm flipH="1">
            <a:off x="624116" y="1527955"/>
            <a:ext cx="3936007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defRPr/>
            </a:pPr>
            <a:r>
              <a:rPr lang="ru-RU" sz="2000" dirty="0" smtClean="0">
                <a:solidFill>
                  <a:srgbClr val="002060"/>
                </a:solidFill>
                <a:latin typeface="Arial" panose="020B0604020202020204"/>
                <a:ea typeface="+mj-ea"/>
                <a:cs typeface="Arial" panose="020B0604020202020204"/>
              </a:rPr>
              <a:t>ПМ.12 Оператор ЭВМ</a:t>
            </a:r>
            <a:endParaRPr dirty="0"/>
          </a:p>
        </p:txBody>
      </p:sp>
      <p:sp>
        <p:nvSpPr>
          <p:cNvPr id="5" name="TextBox 4"/>
          <p:cNvSpPr txBox="1"/>
          <p:nvPr/>
        </p:nvSpPr>
        <p:spPr bwMode="auto">
          <a:xfrm>
            <a:off x="351063" y="5167593"/>
            <a:ext cx="6096000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/>
            </a:pPr>
            <a:r>
              <a:rPr lang="ru-RU" sz="3200" dirty="0">
                <a:solidFill>
                  <a:srgbClr val="002060"/>
                </a:solidFill>
              </a:rPr>
              <a:t>Руководитель </a:t>
            </a:r>
            <a:r>
              <a:rPr lang="ru-RU" sz="3200" dirty="0" smtClean="0">
                <a:solidFill>
                  <a:srgbClr val="002060"/>
                </a:solidFill>
              </a:rPr>
              <a:t>ПМ</a:t>
            </a:r>
            <a:r>
              <a:rPr lang="ru-RU" sz="3200" dirty="0" smtClean="0">
                <a:solidFill>
                  <a:srgbClr val="002060"/>
                </a:solidFill>
              </a:rPr>
              <a:t>12</a:t>
            </a:r>
            <a:endParaRPr lang="ru-RU" sz="3200" dirty="0">
              <a:solidFill>
                <a:srgbClr val="002060"/>
              </a:solidFill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4" name="Заголовок 3"/>
          <p:cNvSpPr>
            <a:spLocks noGrp="1"/>
          </p:cNvSpPr>
          <p:nvPr>
            <p:ph type="title"/>
          </p:nvPr>
        </p:nvSpPr>
        <p:spPr bwMode="auto"/>
        <p:txBody>
          <a:bodyPr/>
          <a:lstStyle/>
          <a:p>
            <a:pPr>
              <a:defRPr/>
            </a:pPr>
            <a:r>
              <a:rPr lang="ru-RU"/>
              <a:t>ВВЕДЕНИЕ</a:t>
            </a:r>
            <a:endParaRPr lang="ru-RU"/>
          </a:p>
        </p:txBody>
      </p:sp>
      <p:sp>
        <p:nvSpPr>
          <p:cNvPr id="2" name="Прямоугольник 1"/>
          <p:cNvSpPr/>
          <p:nvPr/>
        </p:nvSpPr>
        <p:spPr bwMode="auto">
          <a:xfrm>
            <a:off x="785118" y="1639125"/>
            <a:ext cx="9932893" cy="40011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defRPr/>
            </a:pPr>
            <a:r>
              <a:rPr lang="ru-RU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Цель и задачи учебной практики</a:t>
            </a:r>
            <a:endParaRPr lang="ru-RU" sz="2000" dirty="0">
              <a:solidFill>
                <a:srgbClr val="4C429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TextBox 4"/>
          <p:cNvSpPr txBox="1"/>
          <p:nvPr/>
        </p:nvSpPr>
        <p:spPr bwMode="auto">
          <a:xfrm>
            <a:off x="732985" y="2413337"/>
            <a:ext cx="10570803" cy="31700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/>
            </a:pPr>
            <a:r>
              <a:rPr lang="ru-RU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у</a:t>
            </a:r>
            <a:r>
              <a:rPr lang="ru-RU" sz="2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чебная </a:t>
            </a:r>
            <a:r>
              <a:rPr lang="ru-RU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практика проходила в период с 12 января по 4 марта 2026 года на базе ГБПОУ КАИТ №20.</a:t>
            </a:r>
            <a:endParaRPr lang="ru-RU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defRPr/>
            </a:pPr>
            <a:endParaRPr lang="ru-RU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defRPr/>
            </a:pPr>
            <a:r>
              <a:rPr lang="ru-RU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· Цель практики: Углубление теоретических знаний и развитие практических навыков в сфере разработки программного обеспечения.</a:t>
            </a:r>
            <a:endParaRPr lang="ru-RU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defRPr/>
            </a:pPr>
            <a:r>
              <a:rPr lang="ru-RU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· Задачи:</a:t>
            </a:r>
            <a:endParaRPr lang="ru-RU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defRPr/>
            </a:pPr>
            <a:r>
              <a:rPr lang="ru-RU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1. Изучить среду разработки </a:t>
            </a:r>
            <a:r>
              <a:rPr lang="ru-RU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Android</a:t>
            </a:r>
            <a:r>
              <a:rPr lang="ru-RU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Studio</a:t>
            </a:r>
            <a:r>
              <a:rPr lang="ru-RU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endParaRPr lang="ru-RU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defRPr/>
            </a:pPr>
            <a:r>
              <a:rPr lang="ru-RU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2. Освоить работу с локальными базами данных </a:t>
            </a:r>
            <a:r>
              <a:rPr lang="ru-RU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SQLite</a:t>
            </a:r>
            <a:r>
              <a:rPr lang="ru-RU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endParaRPr lang="ru-RU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defRPr/>
            </a:pPr>
            <a:r>
              <a:rPr lang="ru-RU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3. Разработать мобильное приложение для ведения списка задач.</a:t>
            </a:r>
            <a:endParaRPr lang="ru-RU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defRPr/>
            </a:pPr>
            <a:r>
              <a:rPr lang="ru-RU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4. Провести отладку и тестирование готового продукта.</a:t>
            </a:r>
            <a:endParaRPr lang="ru-RU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6" name="Заголовок 5"/>
          <p:cNvSpPr>
            <a:spLocks noGrp="1"/>
          </p:cNvSpPr>
          <p:nvPr>
            <p:ph type="title"/>
          </p:nvPr>
        </p:nvSpPr>
        <p:spPr bwMode="auto"/>
        <p:txBody>
          <a:bodyPr/>
          <a:lstStyle/>
          <a:p>
            <a:pPr>
              <a:defRPr/>
            </a:pPr>
            <a:r>
              <a:rPr lang="ru-RU"/>
              <a:t>ТЕОРИТИЧЕСКАЯ ЧАСТЬ</a:t>
            </a:r>
            <a:endParaRPr lang="ru-RU"/>
          </a:p>
        </p:txBody>
      </p:sp>
      <p:sp>
        <p:nvSpPr>
          <p:cNvPr id="7" name="Текст 6"/>
          <p:cNvSpPr>
            <a:spLocks noGrp="1"/>
          </p:cNvSpPr>
          <p:nvPr>
            <p:ph type="body" sz="quarter" idx="10"/>
          </p:nvPr>
        </p:nvSpPr>
        <p:spPr bwMode="auto"/>
        <p:txBody>
          <a:bodyPr/>
          <a:lstStyle/>
          <a:p>
            <a:pPr>
              <a:defRPr/>
            </a:pPr>
            <a:r>
              <a:rPr lang="ru-RU" dirty="0"/>
              <a:t>Характеристика места </a:t>
            </a:r>
            <a:r>
              <a:rPr lang="ru-RU" dirty="0" smtClean="0"/>
              <a:t>практики</a:t>
            </a:r>
            <a:endParaRPr lang="ru-RU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 bwMode="auto">
          <a:xfrm>
            <a:off x="838198" y="332337"/>
            <a:ext cx="10247299" cy="815122"/>
          </a:xfrm>
        </p:spPr>
        <p:txBody>
          <a:bodyPr>
            <a:normAutofit/>
          </a:bodyPr>
          <a:lstStyle/>
          <a:p>
            <a:pPr>
              <a:defRPr/>
            </a:pPr>
            <a:r>
              <a:rPr lang="ru-RU" sz="2400"/>
              <a:t>Теоретическая часть</a:t>
            </a:r>
            <a:endParaRPr lang="ru-RU" sz="2400"/>
          </a:p>
        </p:txBody>
      </p:sp>
      <p:sp>
        <p:nvSpPr>
          <p:cNvPr id="3" name="Текст 2"/>
          <p:cNvSpPr>
            <a:spLocks noGrp="1"/>
          </p:cNvSpPr>
          <p:nvPr>
            <p:ph type="body" sz="quarter" idx="11"/>
          </p:nvPr>
        </p:nvSpPr>
        <p:spPr bwMode="auto"/>
        <p:txBody>
          <a:bodyPr>
            <a:normAutofit/>
          </a:bodyPr>
          <a:lstStyle/>
          <a:p>
            <a:pPr>
              <a:defRPr/>
            </a:pPr>
            <a:r>
              <a:rPr lang="ru-RU" dirty="0"/>
              <a:t>База практики: отделение «</a:t>
            </a:r>
            <a:r>
              <a:rPr lang="ru-RU" dirty="0" err="1"/>
              <a:t>ДатаХаб</a:t>
            </a:r>
            <a:r>
              <a:rPr lang="ru-RU" dirty="0"/>
              <a:t>» </a:t>
            </a:r>
            <a:endParaRPr lang="ru-RU" dirty="0"/>
          </a:p>
        </p:txBody>
      </p:sp>
      <p:sp>
        <p:nvSpPr>
          <p:cNvPr id="4" name="TextBox 3"/>
          <p:cNvSpPr txBox="1"/>
          <p:nvPr/>
        </p:nvSpPr>
        <p:spPr>
          <a:xfrm>
            <a:off x="838198" y="1948365"/>
            <a:ext cx="7006325" cy="440120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Практика проходила в специализированном подразделении колледжа КАИТ №20 — «</a:t>
            </a:r>
            <a:r>
              <a:rPr lang="ru-RU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ДатаХаб</a:t>
            </a:r>
            <a:r>
              <a:rPr lang="ru-RU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».</a:t>
            </a:r>
            <a:endParaRPr lang="ru-RU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ru-RU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ru-RU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Ключевые особенности подразделения:</a:t>
            </a:r>
            <a:endParaRPr lang="ru-RU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ru-RU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ru-RU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· Направленность: подготовка специалистов по работе с данными (</a:t>
            </a:r>
            <a:r>
              <a:rPr lang="ru-RU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Python</a:t>
            </a:r>
            <a:r>
              <a:rPr lang="ru-RU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SQL, машинное обучение).</a:t>
            </a:r>
            <a:endParaRPr lang="ru-RU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ru-RU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· Оснащение: современные лаборатории с высокопроизводительным оборудованием и лицензионным ПО.</a:t>
            </a:r>
            <a:endParaRPr lang="ru-RU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ru-RU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· Практика: упор на реальные проекты, </a:t>
            </a:r>
            <a:r>
              <a:rPr lang="ru-RU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хакатоны</a:t>
            </a:r>
            <a:r>
              <a:rPr lang="ru-RU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и взаимодействие с индустриальными партнерами.</a:t>
            </a:r>
            <a:endParaRPr lang="ru-RU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ru-RU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· </a:t>
            </a:r>
            <a:r>
              <a:rPr lang="ru-RU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Soft</a:t>
            </a:r>
            <a:r>
              <a:rPr lang="ru-RU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skills</a:t>
            </a:r>
            <a:r>
              <a:rPr lang="ru-RU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: развитие критического мышления и командной работы.</a:t>
            </a:r>
            <a:endParaRPr lang="ru-RU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7" name="Заголовок 6"/>
          <p:cNvSpPr>
            <a:spLocks noGrp="1"/>
          </p:cNvSpPr>
          <p:nvPr>
            <p:ph type="title"/>
          </p:nvPr>
        </p:nvSpPr>
        <p:spPr bwMode="auto"/>
        <p:txBody>
          <a:bodyPr/>
          <a:lstStyle/>
          <a:p>
            <a:pPr>
              <a:defRPr/>
            </a:pPr>
            <a:r>
              <a:rPr lang="ru-RU"/>
              <a:t>ПРАКТИЧЕСКАЯ ЧАСТЬ</a:t>
            </a:r>
            <a:endParaRPr lang="ru-RU"/>
          </a:p>
        </p:txBody>
      </p:sp>
      <p:sp>
        <p:nvSpPr>
          <p:cNvPr id="2" name="Текст 1"/>
          <p:cNvSpPr>
            <a:spLocks noGrp="1"/>
          </p:cNvSpPr>
          <p:nvPr>
            <p:ph type="body" sz="quarter" idx="10"/>
          </p:nvPr>
        </p:nvSpPr>
        <p:spPr bwMode="auto"/>
        <p:txBody>
          <a:bodyPr/>
          <a:lstStyle/>
          <a:p>
            <a:pPr>
              <a:defRPr/>
            </a:pPr>
            <a:r>
              <a:rPr lang="ru-RU" dirty="0"/>
              <a:t>Постановка задачи</a:t>
            </a:r>
            <a:endParaRPr lang="ru-RU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 bwMode="auto"/>
        <p:txBody>
          <a:bodyPr/>
          <a:lstStyle/>
          <a:p>
            <a:pPr>
              <a:defRPr/>
            </a:pPr>
            <a:r>
              <a:rPr lang="ru-RU" dirty="0"/>
              <a:t>Практическая часть</a:t>
            </a:r>
            <a:endParaRPr dirty="0"/>
          </a:p>
        </p:txBody>
      </p:sp>
      <p:sp>
        <p:nvSpPr>
          <p:cNvPr id="5" name="TextBox 4"/>
          <p:cNvSpPr txBox="1"/>
          <p:nvPr/>
        </p:nvSpPr>
        <p:spPr>
          <a:xfrm>
            <a:off x="454754" y="1276422"/>
            <a:ext cx="7931320" cy="563231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В ходе практики была поставлена задача разработать мобильное приложение "</a:t>
            </a:r>
            <a:r>
              <a:rPr lang="ru-RU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Skiff</a:t>
            </a:r>
            <a:r>
              <a:rPr lang="ru-RU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Todo</a:t>
            </a:r>
            <a:r>
              <a:rPr lang="ru-RU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" для ведения персонального списка дел.</a:t>
            </a:r>
            <a:endParaRPr lang="ru-RU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ru-RU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ru-RU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Функциональные требования:</a:t>
            </a:r>
            <a:endParaRPr lang="ru-RU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ru-RU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ru-RU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· Добавление новых задач (название + приоритет).</a:t>
            </a:r>
            <a:endParaRPr lang="ru-RU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ru-RU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· Фильтрация списка: все / активные / завершенные.</a:t>
            </a:r>
            <a:endParaRPr lang="ru-RU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ru-RU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· Отметка о выполнении и удаление задач.</a:t>
            </a:r>
            <a:endParaRPr lang="ru-RU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ru-RU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· Просмотр детальной информации.</a:t>
            </a:r>
            <a:endParaRPr lang="ru-RU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ru-RU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· Сохранение данных между сеансами.</a:t>
            </a:r>
            <a:endParaRPr lang="ru-RU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ru-RU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ru-RU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Технологический стек:</a:t>
            </a:r>
            <a:endParaRPr lang="ru-RU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ru-RU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ru-RU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· Среда: </a:t>
            </a:r>
            <a:r>
              <a:rPr lang="ru-RU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Android</a:t>
            </a:r>
            <a:r>
              <a:rPr lang="ru-RU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Studio</a:t>
            </a:r>
            <a:endParaRPr lang="ru-RU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ru-RU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· Язык: </a:t>
            </a:r>
            <a:r>
              <a:rPr lang="ru-RU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Java</a:t>
            </a:r>
            <a:endParaRPr lang="ru-RU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ru-RU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· Интерфейс: XML</a:t>
            </a:r>
            <a:endParaRPr lang="ru-RU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ru-RU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· База данных: </a:t>
            </a:r>
            <a:r>
              <a:rPr lang="ru-RU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SQLite</a:t>
            </a:r>
            <a:endParaRPr lang="ru-RU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ru-RU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· Сборка: </a:t>
            </a:r>
            <a:r>
              <a:rPr lang="ru-RU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Gradle</a:t>
            </a:r>
            <a:endParaRPr lang="ru-RU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Практическая часть</a:t>
            </a:r>
            <a:endParaRPr lang="ru-RU" dirty="0"/>
          </a:p>
        </p:txBody>
      </p:sp>
      <p:sp>
        <p:nvSpPr>
          <p:cNvPr id="7" name="TextBox 6"/>
          <p:cNvSpPr txBox="1"/>
          <p:nvPr/>
        </p:nvSpPr>
        <p:spPr>
          <a:xfrm>
            <a:off x="2587686" y="1232928"/>
            <a:ext cx="5641479" cy="37540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b="1" dirty="0"/>
              <a:t>Работа с данными. </a:t>
            </a:r>
            <a:r>
              <a:rPr lang="en-US" b="1" dirty="0"/>
              <a:t>SQLite</a:t>
            </a:r>
            <a:endParaRPr lang="ru-RU" b="1" dirty="0"/>
          </a:p>
        </p:txBody>
      </p:sp>
      <p:sp>
        <p:nvSpPr>
          <p:cNvPr id="3" name="Прямоугольник 2"/>
          <p:cNvSpPr/>
          <p:nvPr/>
        </p:nvSpPr>
        <p:spPr>
          <a:xfrm>
            <a:off x="533400" y="2124964"/>
            <a:ext cx="6096000" cy="2861310"/>
          </a:xfrm>
          <a:prstGeom prst="rect">
            <a:avLst/>
          </a:prstGeom>
        </p:spPr>
        <p:txBody>
          <a:bodyPr>
            <a:spAutoFit/>
          </a:bodyPr>
          <a:lstStyle/>
          <a:p>
            <a:r>
              <a:rPr lang="ru-RU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Для обеспечения сохранности данных при закрытии приложения была спроектирована локальная база данных </a:t>
            </a:r>
            <a:r>
              <a:rPr lang="ru-RU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SQLite</a:t>
            </a:r>
            <a:r>
              <a:rPr lang="ru-RU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endParaRPr lang="ru-RU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ru-RU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ru-RU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· Создан класс-помощник 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App</a:t>
            </a:r>
            <a:r>
              <a:rPr lang="ru-RU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Database</a:t>
            </a:r>
            <a:r>
              <a:rPr lang="ru-RU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endParaRPr lang="ru-RU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ru-RU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· Реализованы основные CRUD-операции (создание, чтение, обновление, удаление).</a:t>
            </a:r>
            <a:endParaRPr lang="ru-RU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ru-RU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· База данных хранит поля: </a:t>
            </a:r>
            <a:r>
              <a:rPr lang="en-US" alt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Название</a:t>
            </a:r>
            <a:r>
              <a:rPr lang="en-US" altLang="ru-RU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en-US" alt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Шаги</a:t>
            </a:r>
            <a:r>
              <a:rPr lang="en-US" altLang="ru-RU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en-US" alt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Прогресс</a:t>
            </a:r>
            <a:r>
              <a:rPr lang="en-US" altLang="ru-RU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en-US" alt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Мотивация</a:t>
            </a:r>
            <a:r>
              <a:rPr lang="en-US" altLang="ru-RU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en-US" alt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Срок</a:t>
            </a:r>
            <a:endParaRPr lang="en-US" altLang="ru-RU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4" name="Изображение 3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629400" y="1697990"/>
            <a:ext cx="5194935" cy="389382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3" name="Текст 2"/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r>
              <a:rPr lang="ru-RU" dirty="0"/>
              <a:t>Пользовательский интерфейс</a:t>
            </a:r>
            <a:endParaRPr lang="ru-RU" dirty="0"/>
          </a:p>
        </p:txBody>
      </p:sp>
      <p:sp>
        <p:nvSpPr>
          <p:cNvPr id="5" name="Текст 4"/>
          <p:cNvSpPr>
            <a:spLocks noGrp="1"/>
          </p:cNvSpPr>
          <p:nvPr>
            <p:ph type="body" sz="quarter" idx="13"/>
          </p:nvPr>
        </p:nvSpPr>
        <p:spPr/>
        <p:txBody>
          <a:bodyPr>
            <a:normAutofit fontScale="75000" lnSpcReduction="10000"/>
          </a:bodyPr>
          <a:lstStyle/>
          <a:p>
            <a:r>
              <a:rPr lang="ru-RU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Интерфейс приложения разработан с использованием языка разметки XML. Приложение состоит из нескольких экранов (</a:t>
            </a:r>
            <a:r>
              <a:rPr lang="ru-RU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Activities</a:t>
            </a:r>
            <a:r>
              <a:rPr lang="ru-RU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):</a:t>
            </a:r>
            <a:endParaRPr lang="ru-RU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ru-RU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ru-RU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1. </a:t>
            </a:r>
            <a:r>
              <a:rPr lang="ru-RU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MainActivity</a:t>
            </a:r>
            <a:r>
              <a:rPr lang="ru-RU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— главный экран со списком достижеий.</a:t>
            </a:r>
            <a:endParaRPr lang="ru-RU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ru-RU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2. </a:t>
            </a:r>
            <a:r>
              <a:rPr lang="en-US" altLang="ru-RU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AddEditGoalActivity</a:t>
            </a:r>
            <a:r>
              <a:rPr lang="ru-RU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— форма для добавления нового достижения или редактирования старого.</a:t>
            </a:r>
            <a:endParaRPr lang="ru-RU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ru-RU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3. </a:t>
            </a:r>
            <a:r>
              <a:rPr lang="ru-RU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DetailActivity</a:t>
            </a:r>
            <a:r>
              <a:rPr lang="ru-RU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— окно просмотра подробностей достижения.</a:t>
            </a:r>
            <a:endParaRPr lang="ru-RU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ru-RU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ru-RU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Связь данных со списком обеспечивает специальный компонент — Адаптер (</a:t>
            </a:r>
            <a:r>
              <a:rPr lang="en-US" altLang="ru-RU" dirty="0" err="1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GoalAdapter</a:t>
            </a:r>
            <a:r>
              <a:rPr lang="ru-RU" dirty="0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  <a:r>
              <a:rPr lang="ru-RU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endParaRPr lang="ru-RU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7" name="Замещающее содержимое 6"/>
          <p:cNvPicPr>
            <a:picLocks noChangeAspect="1"/>
          </p:cNvPicPr>
          <p:nvPr>
            <p:ph idx="12"/>
          </p:nvPr>
        </p:nvPicPr>
        <p:blipFill>
          <a:blip r:embed="rId1"/>
          <a:stretch>
            <a:fillRect/>
          </a:stretch>
        </p:blipFill>
        <p:spPr>
          <a:xfrm>
            <a:off x="6656705" y="1299845"/>
            <a:ext cx="2250440" cy="4990465"/>
          </a:xfrm>
          <a:prstGeom prst="rect">
            <a:avLst/>
          </a:prstGeom>
        </p:spPr>
      </p:pic>
      <p:pic>
        <p:nvPicPr>
          <p:cNvPr id="8" name="Изображение 7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907145" y="1299845"/>
            <a:ext cx="2078355" cy="4990465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 bwMode="auto">
          <a:xfrm>
            <a:off x="1106500" y="328229"/>
            <a:ext cx="7203311" cy="815122"/>
          </a:xfrm>
        </p:spPr>
        <p:txBody>
          <a:bodyPr/>
          <a:lstStyle/>
          <a:p>
            <a:pPr>
              <a:defRPr/>
            </a:pPr>
            <a:r>
              <a:rPr lang="ru-RU"/>
              <a:t>Заключение</a:t>
            </a:r>
            <a:endParaRPr lang="ru-RU"/>
          </a:p>
        </p:txBody>
      </p:sp>
      <p:sp>
        <p:nvSpPr>
          <p:cNvPr id="4" name="Объект 3"/>
          <p:cNvSpPr>
            <a:spLocks noGrp="1"/>
          </p:cNvSpPr>
          <p:nvPr>
            <p:ph idx="12"/>
          </p:nvPr>
        </p:nvSpPr>
        <p:spPr bwMode="auto">
          <a:xfrm>
            <a:off x="395267" y="1034279"/>
            <a:ext cx="10447952" cy="5053571"/>
          </a:xfrm>
        </p:spPr>
        <p:txBody>
          <a:bodyPr>
            <a:normAutofit/>
          </a:bodyPr>
          <a:lstStyle/>
          <a:p>
            <a:pPr algn="just">
              <a:lnSpc>
                <a:spcPct val="100000"/>
              </a:lnSpc>
              <a:defRPr/>
            </a:pPr>
            <a:endParaRPr lang="ru-RU" sz="2000" dirty="0">
              <a:solidFill>
                <a:schemeClr val="tx1"/>
              </a:solidFill>
              <a:latin typeface="Times New Roman" panose="02020603050405020304"/>
              <a:cs typeface="Times New Roman" panose="02020603050405020304"/>
            </a:endParaRPr>
          </a:p>
          <a:p>
            <a:pPr>
              <a:defRPr/>
            </a:pPr>
            <a:r>
              <a:rPr lang="ru-RU" sz="2000" dirty="0">
                <a:solidFill>
                  <a:schemeClr val="tx1"/>
                </a:solidFill>
                <a:latin typeface="Times New Roman" panose="02020603050405020304"/>
                <a:cs typeface="Times New Roman" panose="02020603050405020304"/>
              </a:rPr>
              <a:t>В результате прохождения учебной практики индивидуальное задание было выполнено в полном объеме.</a:t>
            </a:r>
            <a:endParaRPr lang="ru-RU" sz="2000" dirty="0">
              <a:solidFill>
                <a:schemeClr val="tx1"/>
              </a:solidFill>
              <a:latin typeface="Times New Roman" panose="02020603050405020304"/>
              <a:cs typeface="Times New Roman" panose="02020603050405020304"/>
            </a:endParaRPr>
          </a:p>
          <a:p>
            <a:pPr>
              <a:defRPr/>
            </a:pPr>
            <a:endParaRPr lang="ru-RU" sz="2000" dirty="0">
              <a:solidFill>
                <a:schemeClr val="tx1"/>
              </a:solidFill>
              <a:latin typeface="Times New Roman" panose="02020603050405020304"/>
              <a:cs typeface="Times New Roman" panose="02020603050405020304"/>
            </a:endParaRPr>
          </a:p>
          <a:p>
            <a:pPr>
              <a:defRPr/>
            </a:pPr>
            <a:r>
              <a:rPr lang="ru-RU" sz="2000" dirty="0" smtClean="0">
                <a:solidFill>
                  <a:schemeClr val="tx1"/>
                </a:solidFill>
                <a:latin typeface="Times New Roman" panose="02020603050405020304"/>
                <a:cs typeface="Times New Roman" panose="02020603050405020304"/>
              </a:rPr>
              <a:t>Итог</a:t>
            </a:r>
            <a:endParaRPr lang="ru-RU" sz="2000" dirty="0">
              <a:solidFill>
                <a:schemeClr val="tx1"/>
              </a:solidFill>
              <a:latin typeface="Times New Roman" panose="02020603050405020304"/>
              <a:cs typeface="Times New Roman" panose="02020603050405020304"/>
            </a:endParaRPr>
          </a:p>
          <a:p>
            <a:pPr>
              <a:defRPr/>
            </a:pPr>
            <a:r>
              <a:rPr lang="ru-RU" sz="2000" dirty="0">
                <a:solidFill>
                  <a:schemeClr val="tx1"/>
                </a:solidFill>
                <a:latin typeface="Times New Roman" panose="02020603050405020304"/>
                <a:cs typeface="Times New Roman" panose="02020603050405020304"/>
              </a:rPr>
              <a:t>· Разработано полностью функциональное мобильное приложение «</a:t>
            </a:r>
            <a:r>
              <a:rPr lang="en-US" sz="2000" dirty="0">
                <a:solidFill>
                  <a:schemeClr val="tx1"/>
                </a:solidFill>
                <a:latin typeface="Times New Roman" panose="02020603050405020304"/>
                <a:cs typeface="Times New Roman" panose="02020603050405020304"/>
              </a:rPr>
              <a:t>Achievement Gallery</a:t>
            </a:r>
            <a:r>
              <a:rPr lang="ru-RU" sz="2000" dirty="0">
                <a:solidFill>
                  <a:schemeClr val="tx1"/>
                </a:solidFill>
                <a:latin typeface="Times New Roman" panose="02020603050405020304"/>
                <a:cs typeface="Times New Roman" panose="02020603050405020304"/>
              </a:rPr>
              <a:t>».</a:t>
            </a:r>
            <a:endParaRPr lang="ru-RU" sz="2000" dirty="0">
              <a:solidFill>
                <a:schemeClr val="tx1"/>
              </a:solidFill>
              <a:latin typeface="Times New Roman" panose="02020603050405020304"/>
              <a:cs typeface="Times New Roman" panose="02020603050405020304"/>
            </a:endParaRPr>
          </a:p>
          <a:p>
            <a:pPr>
              <a:defRPr/>
            </a:pPr>
            <a:r>
              <a:rPr lang="ru-RU" sz="2000" dirty="0">
                <a:solidFill>
                  <a:schemeClr val="tx1"/>
                </a:solidFill>
                <a:latin typeface="Times New Roman" panose="02020603050405020304"/>
                <a:cs typeface="Times New Roman" panose="02020603050405020304"/>
              </a:rPr>
              <a:t>· Реализован весь необходимый функционал: добавление, редактирование и удаление выполненых</a:t>
            </a:r>
            <a:r>
              <a:rPr lang="en-US" sz="2000" dirty="0">
                <a:solidFill>
                  <a:schemeClr val="tx1"/>
                </a:solidFill>
                <a:latin typeface="Times New Roman" panose="02020603050405020304"/>
                <a:cs typeface="Times New Roman" panose="02020603050405020304"/>
              </a:rPr>
              <a:t>/</a:t>
            </a:r>
            <a:r>
              <a:rPr lang="ru-RU" sz="2000" dirty="0">
                <a:solidFill>
                  <a:schemeClr val="tx1"/>
                </a:solidFill>
                <a:latin typeface="Times New Roman" panose="02020603050405020304"/>
                <a:cs typeface="Times New Roman" panose="02020603050405020304"/>
              </a:rPr>
              <a:t>выполняемых достижений.</a:t>
            </a:r>
            <a:endParaRPr lang="ru-RU" sz="2000" dirty="0">
              <a:solidFill>
                <a:schemeClr val="tx1"/>
              </a:solidFill>
              <a:latin typeface="Times New Roman" panose="02020603050405020304"/>
              <a:cs typeface="Times New Roman" panose="02020603050405020304"/>
            </a:endParaRPr>
          </a:p>
          <a:p>
            <a:pPr>
              <a:defRPr/>
            </a:pPr>
            <a:r>
              <a:rPr lang="ru-RU" sz="2000" dirty="0">
                <a:solidFill>
                  <a:schemeClr val="tx1"/>
                </a:solidFill>
                <a:latin typeface="Times New Roman" panose="02020603050405020304"/>
                <a:cs typeface="Times New Roman" panose="02020603050405020304"/>
              </a:rPr>
              <a:t>· Обеспечена сохранность данных при помощи локальной базы данных </a:t>
            </a:r>
            <a:r>
              <a:rPr lang="ru-RU" sz="2000" dirty="0" err="1">
                <a:solidFill>
                  <a:schemeClr val="tx1"/>
                </a:solidFill>
                <a:latin typeface="Times New Roman" panose="02020603050405020304"/>
                <a:cs typeface="Times New Roman" panose="02020603050405020304"/>
              </a:rPr>
              <a:t>SQLite</a:t>
            </a:r>
            <a:r>
              <a:rPr lang="ru-RU" sz="2000" dirty="0">
                <a:solidFill>
                  <a:schemeClr val="tx1"/>
                </a:solidFill>
                <a:latin typeface="Times New Roman" panose="02020603050405020304"/>
                <a:cs typeface="Times New Roman" panose="02020603050405020304"/>
              </a:rPr>
              <a:t>.</a:t>
            </a:r>
            <a:endParaRPr lang="ru-RU" sz="2000" dirty="0">
              <a:solidFill>
                <a:schemeClr val="tx1"/>
              </a:solidFill>
              <a:latin typeface="Times New Roman" panose="02020603050405020304"/>
              <a:cs typeface="Times New Roman" panose="02020603050405020304"/>
            </a:endParaRPr>
          </a:p>
          <a:p>
            <a:pPr>
              <a:defRPr/>
            </a:pPr>
            <a:r>
              <a:rPr lang="ru-RU" sz="2000" dirty="0">
                <a:solidFill>
                  <a:schemeClr val="tx1"/>
                </a:solidFill>
                <a:latin typeface="Times New Roman" panose="02020603050405020304"/>
                <a:cs typeface="Times New Roman" panose="02020603050405020304"/>
              </a:rPr>
              <a:t>· Получены практические навыки работы с </a:t>
            </a:r>
            <a:r>
              <a:rPr lang="ru-RU" sz="2000" dirty="0" err="1">
                <a:solidFill>
                  <a:schemeClr val="tx1"/>
                </a:solidFill>
                <a:latin typeface="Times New Roman" panose="02020603050405020304"/>
                <a:cs typeface="Times New Roman" panose="02020603050405020304"/>
              </a:rPr>
              <a:t>Java</a:t>
            </a:r>
            <a:r>
              <a:rPr lang="ru-RU" sz="2000" dirty="0">
                <a:solidFill>
                  <a:schemeClr val="tx1"/>
                </a:solidFill>
                <a:latin typeface="Times New Roman" panose="02020603050405020304"/>
                <a:cs typeface="Times New Roman" panose="02020603050405020304"/>
              </a:rPr>
              <a:t>, </a:t>
            </a:r>
            <a:r>
              <a:rPr lang="ru-RU" sz="2000" dirty="0" err="1">
                <a:solidFill>
                  <a:schemeClr val="tx1"/>
                </a:solidFill>
                <a:latin typeface="Times New Roman" panose="02020603050405020304"/>
                <a:cs typeface="Times New Roman" panose="02020603050405020304"/>
              </a:rPr>
              <a:t>Android</a:t>
            </a:r>
            <a:r>
              <a:rPr lang="ru-RU" sz="2000" dirty="0">
                <a:solidFill>
                  <a:schemeClr val="tx1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lang="ru-RU" sz="2000" dirty="0" err="1">
                <a:solidFill>
                  <a:schemeClr val="tx1"/>
                </a:solidFill>
                <a:latin typeface="Times New Roman" panose="02020603050405020304"/>
                <a:cs typeface="Times New Roman" panose="02020603050405020304"/>
              </a:rPr>
              <a:t>Studio</a:t>
            </a:r>
            <a:r>
              <a:rPr lang="ru-RU" sz="2000" dirty="0">
                <a:solidFill>
                  <a:schemeClr val="tx1"/>
                </a:solidFill>
                <a:latin typeface="Times New Roman" panose="02020603050405020304"/>
                <a:cs typeface="Times New Roman" panose="02020603050405020304"/>
              </a:rPr>
              <a:t> и инструментами отладки.</a:t>
            </a:r>
            <a:endParaRPr lang="ru-RU" sz="2000" dirty="0">
              <a:solidFill>
                <a:schemeClr val="tx1"/>
              </a:solidFill>
              <a:latin typeface="Times New Roman" panose="02020603050405020304"/>
              <a:cs typeface="Times New Roman" panose="02020603050405020304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1" name="Заголовок 10"/>
          <p:cNvSpPr>
            <a:spLocks noGrp="1"/>
          </p:cNvSpPr>
          <p:nvPr>
            <p:ph type="title"/>
          </p:nvPr>
        </p:nvSpPr>
        <p:spPr bwMode="auto"/>
        <p:txBody>
          <a:bodyPr/>
          <a:lstStyle/>
          <a:p>
            <a:pPr>
              <a:defRPr/>
            </a:pPr>
            <a:r>
              <a:rPr lang="ru-RU"/>
              <a:t>Спасибо за внимание</a:t>
            </a:r>
            <a:endParaRPr lang="ru-RU"/>
          </a:p>
        </p:txBody>
      </p:sp>
      <p:sp>
        <p:nvSpPr>
          <p:cNvPr id="12" name="Текст 11"/>
          <p:cNvSpPr>
            <a:spLocks noGrp="1"/>
          </p:cNvSpPr>
          <p:nvPr>
            <p:ph type="body" sz="quarter" idx="10"/>
          </p:nvPr>
        </p:nvSpPr>
        <p:spPr bwMode="auto"/>
        <p:txBody>
          <a:bodyPr/>
          <a:lstStyle/>
          <a:p>
            <a:pPr>
              <a:defRPr/>
            </a:pPr>
            <a:endParaRPr lang="ru-RU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Стандартная">
      <a:majorFont>
        <a:latin typeface="Calibri Light"/>
        <a:ea typeface="Arial"/>
        <a:cs typeface="Arial"/>
      </a:majorFont>
      <a:minorFont>
        <a:latin typeface="Calibri"/>
        <a:ea typeface="Arial"/>
        <a:cs typeface="Arial"/>
      </a:minorFont>
    </a:fontScheme>
    <a:fmtScheme name="Стандартная">
      <a:fillStyleLst>
        <a:solidFill>
          <a:schemeClr val="phClr"/>
        </a:solidFill>
        <a:gradFill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2944</Words>
  <Application>WPS Presentation</Application>
  <PresentationFormat>Широкоэкранный</PresentationFormat>
  <Paragraphs>98</Paragraphs>
  <Slides>10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10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10</vt:i4>
      </vt:variant>
    </vt:vector>
  </HeadingPairs>
  <TitlesOfParts>
    <vt:vector size="21" baseType="lpstr">
      <vt:lpstr>Arial</vt:lpstr>
      <vt:lpstr>SimSun</vt:lpstr>
      <vt:lpstr>Wingdings</vt:lpstr>
      <vt:lpstr>Arial</vt:lpstr>
      <vt:lpstr>Times New Roman</vt:lpstr>
      <vt:lpstr>Times New Roman</vt:lpstr>
      <vt:lpstr>Calibri</vt:lpstr>
      <vt:lpstr>Microsoft YaHei</vt:lpstr>
      <vt:lpstr>Arial Unicode MS</vt:lpstr>
      <vt:lpstr>Calibri Light</vt:lpstr>
      <vt:lpstr>Тема Office</vt:lpstr>
      <vt:lpstr>«Разработка мобильного приложения "Skiff Todo»</vt:lpstr>
      <vt:lpstr>ВВЕДЕНИЕ</vt:lpstr>
      <vt:lpstr>ТЕОРИТИЧЕСКАЯ ЧАСТЬ</vt:lpstr>
      <vt:lpstr>Теоретическая часть</vt:lpstr>
      <vt:lpstr>ПРАКТИЧЕСКАЯ ЧАСТЬ</vt:lpstr>
      <vt:lpstr>Практическая часть</vt:lpstr>
      <vt:lpstr>Практическая часть</vt:lpstr>
      <vt:lpstr>PowerPoint 演示文稿</vt:lpstr>
      <vt:lpstr>Заключение</vt:lpstr>
      <vt:lpstr>Спасибо за внимание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Презентация PowerPoint</dc:title>
  <dc:creator>Александр Савельев</dc:creator>
  <cp:lastModifiedBy>Rd Rd</cp:lastModifiedBy>
  <cp:revision>94</cp:revision>
  <dcterms:created xsi:type="dcterms:W3CDTF">2023-03-20T17:08:00Z</dcterms:created>
  <dcterms:modified xsi:type="dcterms:W3CDTF">2026-03-13T00:29:30Z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587AE0D50F3C4C928647DC23512707A1_13</vt:lpwstr>
  </property>
  <property fmtid="{D5CDD505-2E9C-101B-9397-08002B2CF9AE}" pid="3" name="KSOProductBuildVer">
    <vt:lpwstr>1049-12.2.0.23196</vt:lpwstr>
  </property>
</Properties>
</file>