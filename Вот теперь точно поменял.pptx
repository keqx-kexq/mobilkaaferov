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62" r:id="rId10"/>
    <p:sldId id="264" r:id="rId11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05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274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634698" y="2453391"/>
            <a:ext cx="6346132" cy="1522676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«ТЕМА ДИПЛОМНОГО ПРОЕКТА»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rcRect t="19356" r="49722" b="19357"/>
          <a:stretch>
            <a:fillRect/>
          </a:stretch>
        </p:blipFill>
        <p:spPr bwMode="auto">
          <a:xfrm>
            <a:off x="6556531" y="808958"/>
            <a:ext cx="5576500" cy="480606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 bwMode="auto">
          <a:xfrm>
            <a:off x="570629" y="4010120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ВЫПОЛНИЛ СТУДЕНТ ГРУППЫ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34698" y="4449555"/>
            <a:ext cx="6700974" cy="70646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ИВАНОВ ИВАН ИВАНОВИЧ</a:t>
            </a:r>
          </a:p>
        </p:txBody>
      </p:sp>
      <p:sp>
        <p:nvSpPr>
          <p:cNvPr id="22" name="Прямоугольник 21"/>
          <p:cNvSpPr/>
          <p:nvPr userDrawn="1"/>
        </p:nvSpPr>
        <p:spPr bwMode="auto">
          <a:xfrm>
            <a:off x="637150" y="1359011"/>
            <a:ext cx="2725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ru-RU" sz="18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ДИПЛОМНЫЙ ПРОЕКТ</a:t>
            </a:r>
          </a:p>
        </p:txBody>
      </p:sp>
      <p:sp>
        <p:nvSpPr>
          <p:cNvPr id="23" name="Прямоугольник 22"/>
          <p:cNvSpPr/>
          <p:nvPr userDrawn="1"/>
        </p:nvSpPr>
        <p:spPr bwMode="auto">
          <a:xfrm>
            <a:off x="634698" y="2123477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НА ТЕМУ</a:t>
            </a:r>
          </a:p>
        </p:txBody>
      </p:sp>
      <p:sp>
        <p:nvSpPr>
          <p:cNvPr id="25" name="Текст 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52616" y="3997677"/>
            <a:ext cx="959937" cy="36705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Н1812</a:t>
            </a:r>
          </a:p>
        </p:txBody>
      </p:sp>
      <p:sp>
        <p:nvSpPr>
          <p:cNvPr id="26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634698" y="6084911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МОСКВА 2023</a:t>
            </a:r>
          </a:p>
        </p:txBody>
      </p:sp>
      <p:sp>
        <p:nvSpPr>
          <p:cNvPr id="27" name="Прямоугольник 26"/>
          <p:cNvSpPr/>
          <p:nvPr userDrawn="1"/>
        </p:nvSpPr>
        <p:spPr bwMode="auto">
          <a:xfrm>
            <a:off x="570629" y="5179157"/>
            <a:ext cx="62505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РУКОВОДИТЕЛЬ ДИПЛОМНОГО ПРОЕКТА:</a:t>
            </a:r>
          </a:p>
          <a:p>
            <a:pPr lvl="0" algn="l">
              <a:lnSpc>
                <a:spcPct val="150000"/>
              </a:lnSpc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КОНСУЛЬТАНТ ПО ЭКОНОМИЧЕСКОЙ ЧАСТИ:</a:t>
            </a:r>
          </a:p>
        </p:txBody>
      </p:sp>
      <p:sp>
        <p:nvSpPr>
          <p:cNvPr id="28" name="Текст 1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200503" y="5179157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САМОСАДКО А. О.</a:t>
            </a:r>
          </a:p>
        </p:txBody>
      </p:sp>
      <p:sp>
        <p:nvSpPr>
          <p:cNvPr id="29" name="Текст 1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200475" y="5600152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НОСАЧЕНКО Е. А.</a:t>
            </a: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84417" y="437781"/>
            <a:ext cx="11841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algn="ctr" defTabSz="914400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ДЕПАРТАМЕНТ ОБРАЗОВАНИЯ И НАУКИ ГОРОДА МОСКВЫ</a:t>
            </a:r>
          </a:p>
          <a:p>
            <a:pPr algn="ctr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Государственное бюджетное профессиональное образовательное учреждение города Москвы</a:t>
            </a:r>
          </a:p>
          <a:p>
            <a:pPr algn="ctr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«Колледж автоматизации и информационных технологий № 20»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Титульный слайд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7417460" y="905057"/>
            <a:ext cx="3511366" cy="3519238"/>
          </a:xfrm>
          <a:prstGeom prst="rect">
            <a:avLst/>
          </a:prstGeom>
        </p:spPr>
      </p:pic>
      <p:sp>
        <p:nvSpPr>
          <p:cNvPr id="3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634698" y="2453391"/>
            <a:ext cx="6346132" cy="1522676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«ТЕМА ДИПЛОМНОГО ПРОЕКТА»</a:t>
            </a:r>
          </a:p>
        </p:txBody>
      </p:sp>
      <p:sp>
        <p:nvSpPr>
          <p:cNvPr id="33" name="TextBox 32"/>
          <p:cNvSpPr txBox="1"/>
          <p:nvPr userDrawn="1"/>
        </p:nvSpPr>
        <p:spPr bwMode="auto">
          <a:xfrm>
            <a:off x="570629" y="4010120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ВЫПОЛНИЛ СТУДЕНТ ГРУППЫ</a:t>
            </a:r>
          </a:p>
        </p:txBody>
      </p:sp>
      <p:sp>
        <p:nvSpPr>
          <p:cNvPr id="34" name="Текст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34698" y="4449555"/>
            <a:ext cx="6700974" cy="70646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ИВАНОВ ИВАН ИВАНОВИЧ</a:t>
            </a:r>
          </a:p>
        </p:txBody>
      </p:sp>
      <p:sp>
        <p:nvSpPr>
          <p:cNvPr id="35" name="Прямоугольник 34"/>
          <p:cNvSpPr/>
          <p:nvPr userDrawn="1"/>
        </p:nvSpPr>
        <p:spPr bwMode="auto">
          <a:xfrm>
            <a:off x="637150" y="1359011"/>
            <a:ext cx="2725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ru-RU" sz="18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ДИПЛОМНЫЙ ПРОЕКТ</a:t>
            </a:r>
          </a:p>
        </p:txBody>
      </p:sp>
      <p:sp>
        <p:nvSpPr>
          <p:cNvPr id="36" name="Прямоугольник 35"/>
          <p:cNvSpPr/>
          <p:nvPr userDrawn="1"/>
        </p:nvSpPr>
        <p:spPr bwMode="auto">
          <a:xfrm>
            <a:off x="634698" y="2123477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НА ТЕМУ</a:t>
            </a:r>
          </a:p>
        </p:txBody>
      </p:sp>
      <p:sp>
        <p:nvSpPr>
          <p:cNvPr id="37" name="Текст 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52616" y="3997677"/>
            <a:ext cx="959937" cy="36705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Н1812</a:t>
            </a:r>
          </a:p>
        </p:txBody>
      </p:sp>
      <p:sp>
        <p:nvSpPr>
          <p:cNvPr id="38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634698" y="6084911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МОСКВА 2023</a:t>
            </a:r>
          </a:p>
        </p:txBody>
      </p:sp>
      <p:sp>
        <p:nvSpPr>
          <p:cNvPr id="39" name="Прямоугольник 38"/>
          <p:cNvSpPr/>
          <p:nvPr userDrawn="1"/>
        </p:nvSpPr>
        <p:spPr bwMode="auto">
          <a:xfrm>
            <a:off x="570629" y="5179157"/>
            <a:ext cx="62505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РУКОВОДИТЕЛЬ ДИПЛОМНОГО ПРОЕКТА:</a:t>
            </a:r>
          </a:p>
          <a:p>
            <a:pPr lvl="0" algn="l">
              <a:lnSpc>
                <a:spcPct val="150000"/>
              </a:lnSpc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КОНСУЛЬТАНТ ПО ЭКОНОМИЧЕСКОЙ ЧАСТИ:</a:t>
            </a:r>
          </a:p>
        </p:txBody>
      </p:sp>
      <p:sp>
        <p:nvSpPr>
          <p:cNvPr id="40" name="Текст 1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208186" y="5189006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САМОСАДКО А. О.</a:t>
            </a:r>
          </a:p>
        </p:txBody>
      </p:sp>
      <p:sp>
        <p:nvSpPr>
          <p:cNvPr id="41" name="Текст 1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200475" y="5600152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НОСАЧЕНКО Е. А.</a:t>
            </a: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84417" y="445466"/>
            <a:ext cx="11841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algn="ctr" defTabSz="914400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ДЕПАРТАМЕНТ ОБРАЗОВАНИЯ И НАУКИ ГОРОДА МОСКВЫ</a:t>
            </a:r>
          </a:p>
          <a:p>
            <a:pPr algn="ctr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Государственное бюджетное профессиональное образовательное учреждение города Москвы</a:t>
            </a:r>
          </a:p>
          <a:p>
            <a:pPr algn="ctr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«Колледж автоматизации и информационных технологий № 20»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 bwMode="auto">
          <a:xfrm>
            <a:off x="1" y="0"/>
            <a:ext cx="1413862" cy="6858000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720583" y="1807134"/>
            <a:ext cx="8645178" cy="1888887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C42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 ПОДРАЗДЕЛА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 bwMode="auto">
          <a:xfrm>
            <a:off x="313116" y="244739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 bwMode="auto">
          <a:xfrm rot="19287111">
            <a:off x="-370082" y="1666669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720583" y="3696021"/>
            <a:ext cx="6529387" cy="990600"/>
          </a:xfrm>
        </p:spPr>
        <p:txBody>
          <a:bodyPr/>
          <a:lstStyle>
            <a:lvl1pPr marL="0" indent="0">
              <a:buNone/>
              <a:defRPr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rot="16199998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8198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</a:p>
        </p:txBody>
      </p:sp>
      <p:sp>
        <p:nvSpPr>
          <p:cNvPr id="8" name="Параллелограмм 7"/>
          <p:cNvSpPr/>
          <p:nvPr userDrawn="1"/>
        </p:nvSpPr>
        <p:spPr bwMode="auto">
          <a:xfrm rot="13887109">
            <a:off x="10286727" y="638748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 bwMode="auto">
          <a:xfrm>
            <a:off x="838200" y="1938701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0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rot="16199998">
            <a:off x="6107538" y="-4941110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106500" y="328229"/>
            <a:ext cx="10247299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8198" y="1304544"/>
            <a:ext cx="5147663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</a:p>
        </p:txBody>
      </p:sp>
      <p:sp>
        <p:nvSpPr>
          <p:cNvPr id="8" name="Параллелограмм 7"/>
          <p:cNvSpPr/>
          <p:nvPr userDrawn="1"/>
        </p:nvSpPr>
        <p:spPr bwMode="auto">
          <a:xfrm rot="13887109">
            <a:off x="10286727" y="584961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 bwMode="auto">
          <a:xfrm>
            <a:off x="6206138" y="1299566"/>
            <a:ext cx="5147662" cy="4990474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для вставки таблицы, диаграммы, схемы, видео, фото, рисунок.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38198" y="1952472"/>
            <a:ext cx="5147663" cy="4337568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подзаголовок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rot="16199998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 bwMode="auto">
          <a:xfrm rot="13887109">
            <a:off x="10286727" y="57727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838198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0" hasCustomPrompt="1"/>
          </p:nvPr>
        </p:nvSpPr>
        <p:spPr bwMode="auto">
          <a:xfrm>
            <a:off x="62864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</a:p>
        </p:txBody>
      </p:sp>
      <p:sp>
        <p:nvSpPr>
          <p:cNvPr id="14" name="Текст 11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8198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2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rot="16199998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060396" y="328228"/>
            <a:ext cx="10293403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 bwMode="auto">
          <a:xfrm rot="13887109">
            <a:off x="10286727" y="50043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838200" y="1299565"/>
            <a:ext cx="10515600" cy="499047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Вставьте текст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 bwMode="auto">
          <a:xfrm rot="16199998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 bwMode="auto">
          <a:xfrm rot="13887109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52820" y="328229"/>
            <a:ext cx="42646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 bwMode="auto">
          <a:xfrm>
            <a:off x="5484576" y="328229"/>
            <a:ext cx="6438482" cy="614722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838200" y="1299566"/>
            <a:ext cx="4379260" cy="4990474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Вставьте текст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 bwMode="auto">
          <a:xfrm rot="16199998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 bwMode="auto">
          <a:xfrm rot="13887109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99720" y="328229"/>
            <a:ext cx="42177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 bwMode="auto">
          <a:xfrm>
            <a:off x="8840636" y="3403122"/>
            <a:ext cx="3082423" cy="294298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838200" y="1299566"/>
            <a:ext cx="4379260" cy="504654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Вставьте текст</a:t>
            </a:r>
          </a:p>
        </p:txBody>
      </p:sp>
      <p:sp>
        <p:nvSpPr>
          <p:cNvPr id="8" name="Объект 2"/>
          <p:cNvSpPr>
            <a:spLocks noGrp="1"/>
          </p:cNvSpPr>
          <p:nvPr>
            <p:ph idx="11" hasCustomPrompt="1"/>
          </p:nvPr>
        </p:nvSpPr>
        <p:spPr bwMode="auto">
          <a:xfrm>
            <a:off x="5596693" y="3403121"/>
            <a:ext cx="3082423" cy="294298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 bwMode="auto">
          <a:xfrm>
            <a:off x="8840636" y="328228"/>
            <a:ext cx="3082423" cy="294298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3" hasCustomPrompt="1"/>
          </p:nvPr>
        </p:nvSpPr>
        <p:spPr bwMode="auto">
          <a:xfrm>
            <a:off x="5596693" y="328227"/>
            <a:ext cx="3082423" cy="294298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</a:p>
          <a:p>
            <a:pPr lvl="1">
              <a:defRPr/>
            </a:pPr>
            <a:r>
              <a:rPr lang="ru-RU"/>
              <a:t>Второй уровень</a:t>
            </a:r>
          </a:p>
          <a:p>
            <a:pPr lvl="2">
              <a:defRPr/>
            </a:pPr>
            <a:r>
              <a:rPr lang="ru-RU"/>
              <a:t>Третий уровень</a:t>
            </a:r>
          </a:p>
          <a:p>
            <a:pPr lvl="3">
              <a:defRPr/>
            </a:pPr>
            <a:r>
              <a:rPr lang="ru-RU"/>
              <a:t>Четвертый уровень</a:t>
            </a:r>
          </a:p>
          <a:p>
            <a:pPr lvl="3">
              <a:defRPr/>
            </a:pP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1FE0170-5F17-4EB0-BFA4-80529005E784}" type="datetimeFigureOut">
              <a:rPr lang="ru-RU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EB0E90D-BAE5-4CAD-8485-89BE0E092D9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ctrTitle"/>
          </p:nvPr>
        </p:nvSpPr>
        <p:spPr bwMode="auto">
          <a:xfrm>
            <a:off x="522514" y="2453391"/>
            <a:ext cx="6346132" cy="1522676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«</a:t>
            </a:r>
            <a:r>
              <a:rPr lang="ru-RU" dirty="0"/>
              <a:t>Разработка мобильного приложения "</a:t>
            </a:r>
            <a:r>
              <a:rPr lang="en-US" altLang="ru-RU" dirty="0" smtClean="0"/>
              <a:t>Achievement Gallery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23" name="Текст 22"/>
          <p:cNvSpPr>
            <a:spLocks noGrp="1"/>
          </p:cNvSpPr>
          <p:nvPr>
            <p:ph type="body" sz="quarter" idx="13"/>
          </p:nvPr>
        </p:nvSpPr>
        <p:spPr bwMode="auto">
          <a:xfrm>
            <a:off x="522514" y="4461128"/>
            <a:ext cx="6756186" cy="706465"/>
          </a:xfrm>
        </p:spPr>
        <p:txBody>
          <a:bodyPr/>
          <a:lstStyle/>
          <a:p>
            <a:pPr>
              <a:defRPr/>
            </a:pPr>
            <a:r>
              <a:rPr lang="ru-RU" b="1" dirty="0" smtClean="0"/>
              <a:t>Шмулин Кирилл Андреевич</a:t>
            </a:r>
            <a:endParaRPr lang="ru-RU" b="1" dirty="0"/>
          </a:p>
        </p:txBody>
      </p:sp>
      <p:sp>
        <p:nvSpPr>
          <p:cNvPr id="24" name="Текст 23"/>
          <p:cNvSpPr>
            <a:spLocks noGrp="1"/>
          </p:cNvSpPr>
          <p:nvPr>
            <p:ph type="body" sz="quarter" idx="17"/>
          </p:nvPr>
        </p:nvSpPr>
        <p:spPr bwMode="auto">
          <a:xfrm>
            <a:off x="3900606" y="3976066"/>
            <a:ext cx="1239483" cy="367056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ИСП291</a:t>
            </a:r>
            <a:endParaRPr dirty="0"/>
          </a:p>
        </p:txBody>
      </p:sp>
      <p:sp>
        <p:nvSpPr>
          <p:cNvPr id="25" name="Текст 24"/>
          <p:cNvSpPr>
            <a:spLocks noGrp="1"/>
          </p:cNvSpPr>
          <p:nvPr>
            <p:ph type="body" sz="quarter" idx="18"/>
          </p:nvPr>
        </p:nvSpPr>
        <p:spPr bwMode="auto">
          <a:xfrm>
            <a:off x="5890563" y="5247005"/>
            <a:ext cx="2299063" cy="405649"/>
          </a:xfrm>
        </p:spPr>
        <p:txBody>
          <a:bodyPr/>
          <a:lstStyle/>
          <a:p>
            <a:pPr>
              <a:defRPr/>
            </a:pPr>
            <a:r>
              <a:rPr lang="ru-RU" dirty="0" err="1" smtClean="0"/>
              <a:t>Аферов</a:t>
            </a:r>
            <a:r>
              <a:rPr lang="ru-RU" dirty="0" smtClean="0"/>
              <a:t> А.А.</a:t>
            </a:r>
            <a:endParaRPr dirty="0"/>
          </a:p>
        </p:txBody>
      </p:sp>
      <p:sp>
        <p:nvSpPr>
          <p:cNvPr id="2" name="Прямоугольник 1"/>
          <p:cNvSpPr/>
          <p:nvPr/>
        </p:nvSpPr>
        <p:spPr bwMode="auto">
          <a:xfrm flipH="1">
            <a:off x="440313" y="5211044"/>
            <a:ext cx="5361000" cy="724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Прямоугольник 7"/>
          <p:cNvSpPr/>
          <p:nvPr/>
        </p:nvSpPr>
        <p:spPr bwMode="auto">
          <a:xfrm flipH="1">
            <a:off x="463138" y="1106382"/>
            <a:ext cx="4892634" cy="724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3" name="TextBox 2"/>
          <p:cNvSpPr txBox="1"/>
          <p:nvPr/>
        </p:nvSpPr>
        <p:spPr bwMode="auto">
          <a:xfrm flipH="1">
            <a:off x="624116" y="1527955"/>
            <a:ext cx="3936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dirty="0" smtClean="0">
                <a:solidFill>
                  <a:srgbClr val="002060"/>
                </a:solidFill>
                <a:latin typeface="Arial" panose="020B0604020202020204"/>
                <a:ea typeface="+mj-ea"/>
                <a:cs typeface="Arial" panose="020B0604020202020204"/>
              </a:rPr>
              <a:t>ПМ.12 Оператор ЭВМ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351063" y="51675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dirty="0">
                <a:solidFill>
                  <a:srgbClr val="002060"/>
                </a:solidFill>
              </a:rPr>
              <a:t>Руководитель </a:t>
            </a:r>
            <a:r>
              <a:rPr lang="ru-RU" sz="3200" dirty="0" smtClean="0">
                <a:solidFill>
                  <a:srgbClr val="002060"/>
                </a:solidFill>
              </a:rPr>
              <a:t>ПМ12</a:t>
            </a:r>
            <a:endParaRPr lang="ru-RU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ВВЕДЕНИЕ</a:t>
            </a:r>
          </a:p>
        </p:txBody>
      </p:sp>
      <p:sp>
        <p:nvSpPr>
          <p:cNvPr id="2" name="Прямоугольник 1"/>
          <p:cNvSpPr/>
          <p:nvPr/>
        </p:nvSpPr>
        <p:spPr bwMode="auto">
          <a:xfrm>
            <a:off x="785118" y="1639125"/>
            <a:ext cx="9932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учебной практики</a:t>
            </a:r>
            <a:endParaRPr lang="ru-RU" sz="2000" dirty="0">
              <a:solidFill>
                <a:srgbClr val="4C42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732985" y="2413337"/>
            <a:ext cx="1057080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чебная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 проходила в период с 12 января по 4 марта 2026 года на базе ГБПОУ КАИТ №20.</a:t>
            </a:r>
          </a:p>
          <a:p>
            <a:pPr>
              <a:defRPr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Цель практики: Углубление теоретических знаний и развитие практических навыков в сфере разработки программного обеспечения.</a:t>
            </a: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Задачи:</a:t>
            </a: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 Изучить среду разработки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Освоить работу с локальными базами данных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Разработать мобильное приложение для ведения списка задач.</a:t>
            </a: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4. Провести отладку и тестирование готового продукта.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ТЕОРИТИЧЕСКАЯ ЧАСТЬ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Характеристика места </a:t>
            </a:r>
            <a:r>
              <a:rPr lang="ru-RU" dirty="0" smtClean="0"/>
              <a:t>практики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198" y="332337"/>
            <a:ext cx="10247299" cy="81512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400"/>
              <a:t>Теоретическая часть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База практики: отделение «</a:t>
            </a:r>
            <a:r>
              <a:rPr lang="ru-RU" dirty="0" err="1"/>
              <a:t>ДатаХаб</a:t>
            </a:r>
            <a:r>
              <a:rPr lang="ru-RU" dirty="0"/>
              <a:t>»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198" y="1948365"/>
            <a:ext cx="7006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 проходила в специализированном подразделении колледжа КАИТ №20 —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ДатаХаб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 подразделения: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Направленность: подготовка специалистов по работе с данными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SQL, машинное обучение).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Оснащение: современные лаборатории с высокопроизводительным оборудованием и лицензионным ПО.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Практика: упор на реальные проекты,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хакатоны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взаимодействие с индустриальными партнерами.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развитие критического мышления и командной работы.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ПРАКТИЧЕСКАЯ ЧАСТЬ</a:t>
            </a:r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Постановка задачи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Практическая часть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03190" y="1225689"/>
            <a:ext cx="885563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практики была поставлена задача разработать мобильное приложение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 Gallery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ведения персонального списка дел.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Добавление новых задач (название + приоритет).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Фильтрация списка: все / активные / завершенные.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Отметка о выполнении и удаление задач.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Просмотр детальной информации.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Сохранение данных между сеансами.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Среда: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Язык: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Интерфейс: XML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База данных: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Сборка: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Gradle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часть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686" y="1232928"/>
            <a:ext cx="5641479" cy="375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Работа с данными. </a:t>
            </a:r>
            <a:r>
              <a:rPr lang="en-US" b="1" dirty="0"/>
              <a:t>SQLite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33400" y="2124964"/>
            <a:ext cx="6096000" cy="2861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обеспечения сохранности данных при закрытии приложения была спроектирована локальная база данных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Создан класс-помощник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Реализованы основные CRUD-операции (создание, чтение, обновление, удаление).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База данных хранит поля: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Шаги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97990"/>
            <a:ext cx="5194935" cy="3893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2500" lnSpcReduction="200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 разработан с использованием языка разметки XML. Приложение состоит из нескольких экранов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MainActivity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главный экран со списком достижеий.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AddEditGoalActivity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форма для добавления нового достижения или редактирования старого.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DetailActivity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окно просмотра подробностей достижения.</a:t>
            </a:r>
          </a:p>
          <a:p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Связь данных со списком обеспечивает специальный компонент — Адаптер (</a:t>
            </a:r>
            <a:r>
              <a:rPr lang="en-US" altLang="ru-RU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GoalAdapter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Замещающее содержимое 6"/>
          <p:cNvPicPr>
            <a:picLocks noGrp="1" noChangeAspect="1"/>
          </p:cNvPicPr>
          <p:nvPr>
            <p:ph idx="12"/>
          </p:nvPr>
        </p:nvPicPr>
        <p:blipFill>
          <a:blip r:embed="rId2"/>
          <a:stretch>
            <a:fillRect/>
          </a:stretch>
        </p:blipFill>
        <p:spPr>
          <a:xfrm>
            <a:off x="6656705" y="1299845"/>
            <a:ext cx="2250440" cy="499046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145" y="1299845"/>
            <a:ext cx="2078355" cy="4990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06500" y="328229"/>
            <a:ext cx="7203311" cy="815122"/>
          </a:xfrm>
        </p:spPr>
        <p:txBody>
          <a:bodyPr/>
          <a:lstStyle/>
          <a:p>
            <a:pPr>
              <a:defRPr/>
            </a:pPr>
            <a:r>
              <a:rPr lang="ru-RU"/>
              <a:t>Заключение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2"/>
          </p:nvPr>
        </p:nvSpPr>
        <p:spPr bwMode="auto">
          <a:xfrm>
            <a:off x="395267" y="1034279"/>
            <a:ext cx="10447952" cy="505357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defRPr/>
            </a:pP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В результате прохождения учебной практики индивидуальное задание было выполнено в полном объеме.</a:t>
            </a:r>
          </a:p>
          <a:p>
            <a:pPr>
              <a:defRPr/>
            </a:pP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ru-RU" sz="2000" dirty="0" smtClean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Итог</a:t>
            </a: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· Разработано полностью функциональное мобильное приложение 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Achievement Gallery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».</a:t>
            </a: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· Реализован весь необходимый функционал: добавление, редактирование и удаление выполненых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/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выполняемых достижений.</a:t>
            </a: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· Обеспечена сохранность данных при помощи локальной базы данных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SQLite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.</a:t>
            </a: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· Получены практические навыки работы с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Java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Android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Studio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и инструментами отладки.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Заголовок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Спасибо за внимание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471</Words>
  <Application>Microsoft Office PowerPoint</Application>
  <PresentationFormat>Широкоэкранный</PresentationFormat>
  <Paragraphs>73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«Разработка мобильного приложения "Achievement Gallery»</vt:lpstr>
      <vt:lpstr>ВВЕДЕНИЕ</vt:lpstr>
      <vt:lpstr>ТЕОРИТИЧЕСКАЯ ЧАСТЬ</vt:lpstr>
      <vt:lpstr>Теоретическая часть</vt:lpstr>
      <vt:lpstr>ПРАКТИЧЕСКАЯ ЧАСТЬ</vt:lpstr>
      <vt:lpstr>Практическая часть</vt:lpstr>
      <vt:lpstr>Практическая часть</vt:lpstr>
      <vt:lpstr>Презентация PowerPoint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Савельев</dc:creator>
  <cp:lastModifiedBy>Студенты Аферова А.А.</cp:lastModifiedBy>
  <cp:revision>95</cp:revision>
  <dcterms:created xsi:type="dcterms:W3CDTF">2023-03-20T17:08:00Z</dcterms:created>
  <dcterms:modified xsi:type="dcterms:W3CDTF">2026-03-13T11:45:11Z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587AE0D50F3C4C928647DC23512707A1_13</vt:lpwstr>
  </property>
  <property fmtid="{D5CDD505-2E9C-101B-9397-08002B2CF9AE}" pid="3" name="KSOProductBuildVer">
    <vt:lpwstr>1049-12.2.0.23196</vt:lpwstr>
  </property>
</Properties>
</file>